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21383625" cy="30275213"/>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pic>
        <p:nvPicPr>
          <p:cNvPr id="2" name="Picture 7"/>
          <p:cNvPicPr/>
          <p:nvPr/>
        </p:nvPicPr>
        <p:blipFill>
          <a:blip r:embed="rId2"/>
          <a:stretch/>
        </p:blipFill>
        <p:spPr>
          <a:xfrm>
            <a:off x="1080" y="360"/>
            <a:ext cx="21381120" cy="30273840"/>
          </a:xfrm>
          <a:prstGeom prst="rect">
            <a:avLst/>
          </a:prstGeom>
          <a:noFill/>
          <a:ln w="0">
            <a:noFill/>
          </a:ln>
        </p:spPr>
      </p:pic>
      <p:sp>
        <p:nvSpPr>
          <p:cNvPr id="3" name="PlaceHolder 1"/>
          <p:cNvSpPr>
            <a:spLocks noGrp="1"/>
          </p:cNvSpPr>
          <p:nvPr>
            <p:ph type="title"/>
          </p:nvPr>
        </p:nvSpPr>
        <p:spPr>
          <a:xfrm>
            <a:off x="1603800" y="4954680"/>
            <a:ext cx="18175680" cy="10539720"/>
          </a:xfrm>
          <a:prstGeom prst="rect">
            <a:avLst/>
          </a:prstGeom>
          <a:noFill/>
          <a:ln w="0">
            <a:noFill/>
          </a:ln>
        </p:spPr>
        <p:txBody>
          <a:bodyPr lIns="91440" tIns="45720" rIns="91440" bIns="45720" anchor="b">
            <a:noAutofit/>
          </a:bodyPr>
          <a:lstStyle>
            <a:lvl1pPr indent="0" algn="ctr" defTabSz="2138400">
              <a:lnSpc>
                <a:spcPct val="90000"/>
              </a:lnSpc>
              <a:buNone/>
              <a:defRPr lang="en-US" sz="14030" b="0" u="none" strike="noStrike">
                <a:solidFill>
                  <a:schemeClr val="dk1"/>
                </a:solidFill>
                <a:effectLst/>
                <a:uFillTx/>
                <a:latin typeface="Aptos Display"/>
              </a:defRPr>
            </a:lvl1pPr>
          </a:lstStyle>
          <a:p>
            <a:pPr indent="0" algn="ctr" defTabSz="2138400">
              <a:lnSpc>
                <a:spcPct val="90000"/>
              </a:lnSpc>
              <a:buNone/>
            </a:pPr>
            <a:r>
              <a:rPr lang="en-US" sz="14030" b="0" u="none" strike="noStrike">
                <a:solidFill>
                  <a:schemeClr val="dk1"/>
                </a:solidFill>
                <a:effectLst/>
                <a:uFillTx/>
                <a:latin typeface="Aptos Display"/>
              </a:rPr>
              <a:t>Click to edit Master title style</a:t>
            </a:r>
            <a:endParaRPr lang="en-US" sz="14030" b="0" u="none" strike="noStrike">
              <a:solidFill>
                <a:schemeClr val="dk1"/>
              </a:solidFill>
              <a:effectLst/>
              <a:uFillTx/>
              <a:latin typeface="Aptos Display"/>
            </a:endParaRPr>
          </a:p>
        </p:txBody>
      </p:sp>
      <p:sp>
        <p:nvSpPr>
          <p:cNvPr id="4" name="PlaceHolder 2"/>
          <p:cNvSpPr>
            <a:spLocks noGrp="1"/>
          </p:cNvSpPr>
          <p:nvPr>
            <p:ph type="dt" idx="1"/>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5" name="PlaceHolder 3"/>
          <p:cNvSpPr>
            <a:spLocks noGrp="1"/>
          </p:cNvSpPr>
          <p:nvPr>
            <p:ph type="ftr" idx="2"/>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4"/>
          <p:cNvSpPr>
            <a:spLocks noGrp="1"/>
          </p:cNvSpPr>
          <p:nvPr>
            <p:ph type="sldNum" idx="3"/>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272757C1-B06C-4F71-A8F8-97276E367AC8}"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pic>
        <p:nvPicPr>
          <p:cNvPr id="7" name="Picture 7"/>
          <p:cNvPicPr/>
          <p:nvPr/>
        </p:nvPicPr>
        <p:blipFill>
          <a:blip r:embed="rId2"/>
          <a:stretch/>
        </p:blipFill>
        <p:spPr>
          <a:xfrm>
            <a:off x="1080" y="360"/>
            <a:ext cx="21381120" cy="30273840"/>
          </a:xfrm>
          <a:prstGeom prst="rect">
            <a:avLst/>
          </a:prstGeom>
          <a:noFill/>
          <a:ln w="0">
            <a:noFill/>
          </a:ln>
        </p:spPr>
      </p:pic>
      <p:sp>
        <p:nvSpPr>
          <p:cNvPr id="8" name="PlaceHolder 1"/>
          <p:cNvSpPr>
            <a:spLocks noGrp="1"/>
          </p:cNvSpPr>
          <p:nvPr>
            <p:ph type="title"/>
          </p:nvPr>
        </p:nvSpPr>
        <p:spPr>
          <a:xfrm>
            <a:off x="1470240" y="1611720"/>
            <a:ext cx="18443160" cy="5851440"/>
          </a:xfrm>
          <a:prstGeom prst="rect">
            <a:avLst/>
          </a:prstGeom>
          <a:noFill/>
          <a:ln w="0">
            <a:noFill/>
          </a:ln>
        </p:spPr>
        <p:txBody>
          <a:bodyPr lIns="91440" tIns="45720" rIns="91440" bIns="45720" anchor="ctr">
            <a:noAutofit/>
          </a:bodyPr>
          <a:lstStyle>
            <a:lvl1pPr indent="0" algn="l" defTabSz="2138400">
              <a:lnSpc>
                <a:spcPct val="90000"/>
              </a:lnSpc>
              <a:buNone/>
              <a:defRPr lang="en-US" sz="10290" b="0" u="none" strike="noStrike">
                <a:solidFill>
                  <a:schemeClr val="dk1"/>
                </a:solidFill>
                <a:effectLst/>
                <a:uFillTx/>
                <a:latin typeface="Aptos Display"/>
              </a:defRPr>
            </a:lvl1pPr>
          </a:lstStyle>
          <a:p>
            <a:pPr indent="0" algn="l" defTabSz="2138400">
              <a:lnSpc>
                <a:spcPct val="90000"/>
              </a:lnSpc>
              <a:buNone/>
            </a:pPr>
            <a:r>
              <a:rPr lang="en-US" sz="10290" b="0" u="none" strike="noStrike">
                <a:solidFill>
                  <a:schemeClr val="dk1"/>
                </a:solidFill>
                <a:effectLst/>
                <a:uFillTx/>
                <a:latin typeface="Aptos Display"/>
              </a:rPr>
              <a:t>Click to edit Master title style</a:t>
            </a:r>
            <a:endParaRPr lang="en-US" sz="10290" b="0" u="none" strike="noStrike">
              <a:solidFill>
                <a:schemeClr val="dk1"/>
              </a:solidFill>
              <a:effectLst/>
              <a:uFillTx/>
              <a:latin typeface="Aptos Display"/>
            </a:endParaRPr>
          </a:p>
        </p:txBody>
      </p:sp>
      <p:sp>
        <p:nvSpPr>
          <p:cNvPr id="9" name="PlaceHolder 2"/>
          <p:cNvSpPr>
            <a:spLocks noGrp="1"/>
          </p:cNvSpPr>
          <p:nvPr>
            <p:ph type="body"/>
          </p:nvPr>
        </p:nvSpPr>
        <p:spPr>
          <a:xfrm>
            <a:off x="1470240" y="8059320"/>
            <a:ext cx="18443160" cy="19208880"/>
          </a:xfrm>
          <a:prstGeom prst="rect">
            <a:avLst/>
          </a:prstGeom>
          <a:noFill/>
          <a:ln w="0">
            <a:noFill/>
          </a:ln>
        </p:spPr>
        <p:txBody>
          <a:bodyPr lIns="91440" tIns="45720" rIns="91440" bIns="45720" anchor="t" vert="eaVert">
            <a:noAutofit/>
          </a:bodyPr>
          <a:lstStyle>
            <a:lvl1pPr algn="l" defTabSz="2138400">
              <a:lnSpc>
                <a:spcPct val="90000"/>
              </a:lnSpc>
              <a:spcBef>
                <a:spcPts val="2339"/>
              </a:spcBef>
              <a:buClr>
                <a:srgbClr val="000000"/>
              </a:buClr>
              <a:buFont typeface="Arial"/>
              <a:buChar char="•"/>
              <a:defRPr lang="en-US" sz="655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defRPr lang="en-US" sz="561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defRPr lang="en-US" sz="467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pPr>
            <a:r>
              <a:rPr lang="en-US" sz="6550" b="0" u="none" strike="noStrike">
                <a:solidFill>
                  <a:schemeClr val="dk1"/>
                </a:solidFill>
                <a:effectLst/>
                <a:uFillTx/>
                <a:latin typeface="Aptos"/>
              </a:rPr>
              <a:t>Click to edit Master text styles</a:t>
            </a:r>
            <a:endParaRPr lang="en-US" sz="655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pPr>
            <a:r>
              <a:rPr lang="en-US" sz="5610" b="0" u="none" strike="noStrike">
                <a:solidFill>
                  <a:schemeClr val="dk1"/>
                </a:solidFill>
                <a:effectLst/>
                <a:uFillTx/>
                <a:latin typeface="Aptos"/>
              </a:rPr>
              <a:t>Second level</a:t>
            </a:r>
            <a:endParaRPr lang="en-US" sz="561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pPr>
            <a:r>
              <a:rPr lang="en-US" sz="4670" b="0" u="none" strike="noStrike">
                <a:solidFill>
                  <a:schemeClr val="dk1"/>
                </a:solidFill>
                <a:effectLst/>
                <a:uFillTx/>
                <a:latin typeface="Aptos"/>
              </a:rPr>
              <a:t>Third level</a:t>
            </a:r>
            <a:endParaRPr lang="en-US" sz="467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Fourth level</a:t>
            </a:r>
            <a:endParaRPr lang="en-US" sz="421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Fifth level</a:t>
            </a:r>
            <a:endParaRPr lang="en-US" sz="4210" b="0" u="none" strike="noStrike">
              <a:solidFill>
                <a:schemeClr val="dk1"/>
              </a:solidFill>
              <a:effectLst/>
              <a:uFillTx/>
              <a:latin typeface="Aptos"/>
            </a:endParaRPr>
          </a:p>
        </p:txBody>
      </p:sp>
      <p:sp>
        <p:nvSpPr>
          <p:cNvPr id="10" name="PlaceHolder 3"/>
          <p:cNvSpPr>
            <a:spLocks noGrp="1"/>
          </p:cNvSpPr>
          <p:nvPr>
            <p:ph type="dt" idx="4"/>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11" name="PlaceHolder 4"/>
          <p:cNvSpPr>
            <a:spLocks noGrp="1"/>
          </p:cNvSpPr>
          <p:nvPr>
            <p:ph type="ftr" idx="5"/>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7EB61EAC-C54F-4A05-BD13-9BAD59EEFBC6}"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pic>
        <p:nvPicPr>
          <p:cNvPr id="13" name="Picture 7"/>
          <p:cNvPicPr/>
          <p:nvPr/>
        </p:nvPicPr>
        <p:blipFill>
          <a:blip r:embed="rId2"/>
          <a:stretch/>
        </p:blipFill>
        <p:spPr>
          <a:xfrm>
            <a:off x="1080" y="360"/>
            <a:ext cx="21381120" cy="30273840"/>
          </a:xfrm>
          <a:prstGeom prst="rect">
            <a:avLst/>
          </a:prstGeom>
          <a:noFill/>
          <a:ln w="0">
            <a:noFill/>
          </a:ln>
        </p:spPr>
      </p:pic>
      <p:sp>
        <p:nvSpPr>
          <p:cNvPr id="14" name="PlaceHolder 1"/>
          <p:cNvSpPr>
            <a:spLocks noGrp="1"/>
          </p:cNvSpPr>
          <p:nvPr>
            <p:ph type="title"/>
          </p:nvPr>
        </p:nvSpPr>
        <p:spPr>
          <a:xfrm>
            <a:off x="15302520" y="1611720"/>
            <a:ext cx="4610520" cy="25656480"/>
          </a:xfrm>
          <a:prstGeom prst="rect">
            <a:avLst/>
          </a:prstGeom>
          <a:noFill/>
          <a:ln w="0">
            <a:noFill/>
          </a:ln>
        </p:spPr>
        <p:txBody>
          <a:bodyPr lIns="91440" tIns="45720" rIns="91440" bIns="45720" anchor="ctr" vert="eaVert">
            <a:noAutofit/>
          </a:bodyPr>
          <a:lstStyle>
            <a:lvl1pPr indent="0" algn="l" defTabSz="2138400">
              <a:lnSpc>
                <a:spcPct val="90000"/>
              </a:lnSpc>
              <a:buNone/>
              <a:defRPr lang="en-US" sz="10290" b="0" u="none" strike="noStrike">
                <a:solidFill>
                  <a:schemeClr val="dk1"/>
                </a:solidFill>
                <a:effectLst/>
                <a:uFillTx/>
                <a:latin typeface="Aptos Display"/>
              </a:defRPr>
            </a:lvl1pPr>
          </a:lstStyle>
          <a:p>
            <a:pPr indent="0" algn="l" defTabSz="2138400">
              <a:lnSpc>
                <a:spcPct val="90000"/>
              </a:lnSpc>
              <a:buNone/>
            </a:pPr>
            <a:r>
              <a:rPr lang="en-US" sz="10290" b="0" u="none" strike="noStrike">
                <a:solidFill>
                  <a:schemeClr val="dk1"/>
                </a:solidFill>
                <a:effectLst/>
                <a:uFillTx/>
                <a:latin typeface="Aptos Display"/>
              </a:rPr>
              <a:t>Click to edit Master title style</a:t>
            </a:r>
            <a:endParaRPr lang="en-US" sz="10290" b="0" u="none" strike="noStrike">
              <a:solidFill>
                <a:schemeClr val="dk1"/>
              </a:solidFill>
              <a:effectLst/>
              <a:uFillTx/>
              <a:latin typeface="Aptos Display"/>
            </a:endParaRPr>
          </a:p>
        </p:txBody>
      </p:sp>
      <p:sp>
        <p:nvSpPr>
          <p:cNvPr id="15" name="PlaceHolder 2"/>
          <p:cNvSpPr>
            <a:spLocks noGrp="1"/>
          </p:cNvSpPr>
          <p:nvPr>
            <p:ph type="body"/>
          </p:nvPr>
        </p:nvSpPr>
        <p:spPr>
          <a:xfrm>
            <a:off x="1470240" y="1611720"/>
            <a:ext cx="13564800" cy="25656480"/>
          </a:xfrm>
          <a:prstGeom prst="rect">
            <a:avLst/>
          </a:prstGeom>
          <a:noFill/>
          <a:ln w="0">
            <a:noFill/>
          </a:ln>
        </p:spPr>
        <p:txBody>
          <a:bodyPr lIns="91440" tIns="45720" rIns="91440" bIns="45720" anchor="t" vert="eaVert">
            <a:noAutofit/>
          </a:bodyPr>
          <a:lstStyle>
            <a:lvl1pPr algn="l" defTabSz="2138400">
              <a:lnSpc>
                <a:spcPct val="90000"/>
              </a:lnSpc>
              <a:spcBef>
                <a:spcPts val="2339"/>
              </a:spcBef>
              <a:buClr>
                <a:srgbClr val="000000"/>
              </a:buClr>
              <a:buFont typeface="Arial"/>
              <a:buChar char="•"/>
              <a:defRPr lang="en-US" sz="655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defRPr lang="en-US" sz="561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defRPr lang="en-US" sz="467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pPr>
            <a:r>
              <a:rPr lang="en-US" sz="6550" b="0" u="none" strike="noStrike">
                <a:solidFill>
                  <a:schemeClr val="dk1"/>
                </a:solidFill>
                <a:effectLst/>
                <a:uFillTx/>
                <a:latin typeface="Aptos"/>
              </a:rPr>
              <a:t>Click to edit Master text styles</a:t>
            </a:r>
            <a:endParaRPr lang="en-US" sz="655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pPr>
            <a:r>
              <a:rPr lang="en-US" sz="5610" b="0" u="none" strike="noStrike">
                <a:solidFill>
                  <a:schemeClr val="dk1"/>
                </a:solidFill>
                <a:effectLst/>
                <a:uFillTx/>
                <a:latin typeface="Aptos"/>
              </a:rPr>
              <a:t>Second level</a:t>
            </a:r>
            <a:endParaRPr lang="en-US" sz="561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pPr>
            <a:r>
              <a:rPr lang="en-US" sz="4670" b="0" u="none" strike="noStrike">
                <a:solidFill>
                  <a:schemeClr val="dk1"/>
                </a:solidFill>
                <a:effectLst/>
                <a:uFillTx/>
                <a:latin typeface="Aptos"/>
              </a:rPr>
              <a:t>Third level</a:t>
            </a:r>
            <a:endParaRPr lang="en-US" sz="467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Fourth level</a:t>
            </a:r>
            <a:endParaRPr lang="en-US" sz="421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Fifth level</a:t>
            </a:r>
            <a:endParaRPr lang="en-US" sz="4210" b="0" u="none" strike="noStrike">
              <a:solidFill>
                <a:schemeClr val="dk1"/>
              </a:solidFill>
              <a:effectLst/>
              <a:uFillTx/>
              <a:latin typeface="Aptos"/>
            </a:endParaRPr>
          </a:p>
        </p:txBody>
      </p:sp>
      <p:sp>
        <p:nvSpPr>
          <p:cNvPr id="16" name="PlaceHolder 3"/>
          <p:cNvSpPr>
            <a:spLocks noGrp="1"/>
          </p:cNvSpPr>
          <p:nvPr>
            <p:ph type="dt" idx="7"/>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17" name="PlaceHolder 4"/>
          <p:cNvSpPr>
            <a:spLocks noGrp="1"/>
          </p:cNvSpPr>
          <p:nvPr>
            <p:ph type="ftr" idx="8"/>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 name="PlaceHolder 5"/>
          <p:cNvSpPr>
            <a:spLocks noGrp="1"/>
          </p:cNvSpPr>
          <p:nvPr>
            <p:ph type="sldNum" idx="9"/>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2B9B45FD-D34E-4AB8-8979-45E604775280}"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pic>
        <p:nvPicPr>
          <p:cNvPr id="19" name="Picture 7"/>
          <p:cNvPicPr/>
          <p:nvPr/>
        </p:nvPicPr>
        <p:blipFill>
          <a:blip r:embed="rId2"/>
          <a:stretch/>
        </p:blipFill>
        <p:spPr>
          <a:xfrm>
            <a:off x="1080" y="360"/>
            <a:ext cx="21381120" cy="30273840"/>
          </a:xfrm>
          <a:prstGeom prst="rect">
            <a:avLst/>
          </a:prstGeom>
          <a:noFill/>
          <a:ln w="0">
            <a:noFill/>
          </a:ln>
        </p:spPr>
      </p:pic>
      <p:sp>
        <p:nvSpPr>
          <p:cNvPr id="20" name="PlaceHolder 1"/>
          <p:cNvSpPr>
            <a:spLocks noGrp="1"/>
          </p:cNvSpPr>
          <p:nvPr>
            <p:ph type="title"/>
          </p:nvPr>
        </p:nvSpPr>
        <p:spPr>
          <a:xfrm>
            <a:off x="1470240" y="1611720"/>
            <a:ext cx="18443160" cy="5851440"/>
          </a:xfrm>
          <a:prstGeom prst="rect">
            <a:avLst/>
          </a:prstGeom>
          <a:noFill/>
          <a:ln w="0">
            <a:noFill/>
          </a:ln>
        </p:spPr>
        <p:txBody>
          <a:bodyPr lIns="91440" tIns="45720" rIns="91440" bIns="45720" anchor="ctr">
            <a:noAutofit/>
          </a:bodyPr>
          <a:lstStyle>
            <a:lvl1pPr indent="0" algn="l" defTabSz="2138400">
              <a:lnSpc>
                <a:spcPct val="90000"/>
              </a:lnSpc>
              <a:buNone/>
              <a:defRPr lang="en-US" sz="10290" b="0" u="none" strike="noStrike">
                <a:solidFill>
                  <a:schemeClr val="dk1"/>
                </a:solidFill>
                <a:effectLst/>
                <a:uFillTx/>
                <a:latin typeface="Aptos Display"/>
              </a:defRPr>
            </a:lvl1pPr>
          </a:lstStyle>
          <a:p>
            <a:pPr indent="0" algn="l" defTabSz="2138400">
              <a:lnSpc>
                <a:spcPct val="90000"/>
              </a:lnSpc>
              <a:buNone/>
            </a:pPr>
            <a:r>
              <a:rPr lang="en-US" sz="10290" b="0" u="none" strike="noStrike">
                <a:solidFill>
                  <a:schemeClr val="dk1"/>
                </a:solidFill>
                <a:effectLst/>
                <a:uFillTx/>
                <a:latin typeface="Aptos Display"/>
              </a:rPr>
              <a:t>Click to edit Master title style</a:t>
            </a:r>
            <a:endParaRPr lang="en-US" sz="10290" b="0" u="none" strike="noStrike">
              <a:solidFill>
                <a:schemeClr val="dk1"/>
              </a:solidFill>
              <a:effectLst/>
              <a:uFillTx/>
              <a:latin typeface="Aptos Display"/>
            </a:endParaRPr>
          </a:p>
        </p:txBody>
      </p:sp>
      <p:sp>
        <p:nvSpPr>
          <p:cNvPr id="21" name="PlaceHolder 2"/>
          <p:cNvSpPr>
            <a:spLocks noGrp="1"/>
          </p:cNvSpPr>
          <p:nvPr>
            <p:ph type="body"/>
          </p:nvPr>
        </p:nvSpPr>
        <p:spPr>
          <a:xfrm>
            <a:off x="1470240" y="8059320"/>
            <a:ext cx="18443160" cy="19208880"/>
          </a:xfrm>
          <a:prstGeom prst="rect">
            <a:avLst/>
          </a:prstGeom>
          <a:noFill/>
          <a:ln w="0">
            <a:noFill/>
          </a:ln>
        </p:spPr>
        <p:txBody>
          <a:bodyPr lIns="91440" tIns="45720" rIns="91440" bIns="45720" anchor="t">
            <a:noAutofit/>
          </a:bodyPr>
          <a:lstStyle>
            <a:lvl1pPr algn="l" defTabSz="2138400">
              <a:lnSpc>
                <a:spcPct val="90000"/>
              </a:lnSpc>
              <a:spcBef>
                <a:spcPts val="2339"/>
              </a:spcBef>
              <a:buClr>
                <a:srgbClr val="000000"/>
              </a:buClr>
              <a:buFont typeface="Arial"/>
              <a:buChar char="•"/>
              <a:defRPr lang="en-US" sz="655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defRPr lang="en-US" sz="561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defRPr lang="en-US" sz="467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pPr>
            <a:r>
              <a:rPr lang="en-US" sz="6550" b="0" u="none" strike="noStrike">
                <a:solidFill>
                  <a:schemeClr val="dk1"/>
                </a:solidFill>
                <a:effectLst/>
                <a:uFillTx/>
                <a:latin typeface="Aptos"/>
              </a:rPr>
              <a:t>Click to edit Master text styles</a:t>
            </a:r>
            <a:endParaRPr lang="en-US" sz="655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pPr>
            <a:r>
              <a:rPr lang="en-US" sz="5610" b="0" u="none" strike="noStrike">
                <a:solidFill>
                  <a:schemeClr val="dk1"/>
                </a:solidFill>
                <a:effectLst/>
                <a:uFillTx/>
                <a:latin typeface="Aptos"/>
              </a:rPr>
              <a:t>Second level</a:t>
            </a:r>
            <a:endParaRPr lang="en-US" sz="561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pPr>
            <a:r>
              <a:rPr lang="en-US" sz="4670" b="0" u="none" strike="noStrike">
                <a:solidFill>
                  <a:schemeClr val="dk1"/>
                </a:solidFill>
                <a:effectLst/>
                <a:uFillTx/>
                <a:latin typeface="Aptos"/>
              </a:rPr>
              <a:t>Third level</a:t>
            </a:r>
            <a:endParaRPr lang="en-US" sz="467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Fourth level</a:t>
            </a:r>
            <a:endParaRPr lang="en-US" sz="421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Fifth level</a:t>
            </a:r>
            <a:endParaRPr lang="en-US" sz="4210" b="0" u="none" strike="noStrike">
              <a:solidFill>
                <a:schemeClr val="dk1"/>
              </a:solidFill>
              <a:effectLst/>
              <a:uFillTx/>
              <a:latin typeface="Aptos"/>
            </a:endParaRPr>
          </a:p>
        </p:txBody>
      </p:sp>
      <p:sp>
        <p:nvSpPr>
          <p:cNvPr id="22" name="PlaceHolder 3"/>
          <p:cNvSpPr>
            <a:spLocks noGrp="1"/>
          </p:cNvSpPr>
          <p:nvPr>
            <p:ph type="dt" idx="10"/>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23" name="PlaceHolder 4"/>
          <p:cNvSpPr>
            <a:spLocks noGrp="1"/>
          </p:cNvSpPr>
          <p:nvPr>
            <p:ph type="ftr" idx="11"/>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4" name="PlaceHolder 5"/>
          <p:cNvSpPr>
            <a:spLocks noGrp="1"/>
          </p:cNvSpPr>
          <p:nvPr>
            <p:ph type="sldNum" idx="12"/>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B767B578-CBB0-4840-8869-448F1A6FE511}"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pic>
        <p:nvPicPr>
          <p:cNvPr id="25" name="Picture 7"/>
          <p:cNvPicPr/>
          <p:nvPr/>
        </p:nvPicPr>
        <p:blipFill>
          <a:blip r:embed="rId2"/>
          <a:stretch/>
        </p:blipFill>
        <p:spPr>
          <a:xfrm>
            <a:off x="1080" y="360"/>
            <a:ext cx="21381120" cy="30273840"/>
          </a:xfrm>
          <a:prstGeom prst="rect">
            <a:avLst/>
          </a:prstGeom>
          <a:noFill/>
          <a:ln w="0">
            <a:noFill/>
          </a:ln>
        </p:spPr>
      </p:pic>
      <p:sp>
        <p:nvSpPr>
          <p:cNvPr id="26" name="PlaceHolder 1"/>
          <p:cNvSpPr>
            <a:spLocks noGrp="1"/>
          </p:cNvSpPr>
          <p:nvPr>
            <p:ph type="title"/>
          </p:nvPr>
        </p:nvSpPr>
        <p:spPr>
          <a:xfrm>
            <a:off x="1459080" y="7547760"/>
            <a:ext cx="18443160" cy="12593160"/>
          </a:xfrm>
          <a:prstGeom prst="rect">
            <a:avLst/>
          </a:prstGeom>
          <a:noFill/>
          <a:ln w="0">
            <a:noFill/>
          </a:ln>
        </p:spPr>
        <p:txBody>
          <a:bodyPr lIns="91440" tIns="45720" rIns="91440" bIns="45720" anchor="b">
            <a:noAutofit/>
          </a:bodyPr>
          <a:lstStyle>
            <a:lvl1pPr indent="0" algn="l" defTabSz="2138400">
              <a:lnSpc>
                <a:spcPct val="90000"/>
              </a:lnSpc>
              <a:buNone/>
              <a:defRPr lang="en-US" sz="14030" b="0" u="none" strike="noStrike">
                <a:solidFill>
                  <a:schemeClr val="dk1"/>
                </a:solidFill>
                <a:effectLst/>
                <a:uFillTx/>
                <a:latin typeface="Aptos Display"/>
              </a:defRPr>
            </a:lvl1pPr>
          </a:lstStyle>
          <a:p>
            <a:pPr indent="0" algn="l" defTabSz="2138400">
              <a:lnSpc>
                <a:spcPct val="90000"/>
              </a:lnSpc>
              <a:buNone/>
            </a:pPr>
            <a:r>
              <a:rPr lang="en-US" sz="14030" b="0" u="none" strike="noStrike">
                <a:solidFill>
                  <a:schemeClr val="dk1"/>
                </a:solidFill>
                <a:effectLst/>
                <a:uFillTx/>
                <a:latin typeface="Aptos Display"/>
              </a:rPr>
              <a:t>Click to edit Master title style</a:t>
            </a:r>
            <a:endParaRPr lang="en-US" sz="14030" b="0" u="none" strike="noStrike">
              <a:solidFill>
                <a:schemeClr val="dk1"/>
              </a:solidFill>
              <a:effectLst/>
              <a:uFillTx/>
              <a:latin typeface="Aptos Display"/>
            </a:endParaRPr>
          </a:p>
        </p:txBody>
      </p:sp>
      <p:sp>
        <p:nvSpPr>
          <p:cNvPr id="27" name="PlaceHolder 2"/>
          <p:cNvSpPr>
            <a:spLocks noGrp="1"/>
          </p:cNvSpPr>
          <p:nvPr>
            <p:ph type="body"/>
          </p:nvPr>
        </p:nvSpPr>
        <p:spPr>
          <a:xfrm>
            <a:off x="1459080" y="20260440"/>
            <a:ext cx="18443160" cy="6622200"/>
          </a:xfrm>
          <a:prstGeom prst="rect">
            <a:avLst/>
          </a:prstGeom>
          <a:noFill/>
          <a:ln w="0">
            <a:noFill/>
          </a:ln>
        </p:spPr>
        <p:txBody>
          <a:bodyPr lIns="91440" tIns="45720" rIns="91440" bIns="45720" anchor="t">
            <a:noAutofit/>
          </a:bodyPr>
          <a:lstStyle>
            <a:lvl1pPr indent="0" algn="l" defTabSz="2138400">
              <a:lnSpc>
                <a:spcPct val="90000"/>
              </a:lnSpc>
              <a:spcBef>
                <a:spcPts val="2339"/>
              </a:spcBef>
              <a:buNone/>
              <a:tabLst>
                <a:tab pos="0" algn="l"/>
              </a:tabLst>
              <a:defRPr lang="en-US" sz="5610" b="0" u="none" strike="noStrike">
                <a:solidFill>
                  <a:schemeClr val="dk1">
                    <a:tint val="82000"/>
                  </a:schemeClr>
                </a:solidFill>
                <a:effectLst/>
                <a:uFillTx/>
                <a:latin typeface="Aptos"/>
              </a:defRPr>
            </a:lvl1pPr>
          </a:lstStyle>
          <a:p>
            <a:pPr indent="0" algn="l" defTabSz="2138400">
              <a:lnSpc>
                <a:spcPct val="90000"/>
              </a:lnSpc>
              <a:spcBef>
                <a:spcPts val="2339"/>
              </a:spcBef>
              <a:buNone/>
              <a:tabLst>
                <a:tab pos="0" algn="l"/>
              </a:tabLst>
            </a:pPr>
            <a:r>
              <a:rPr lang="en-US" sz="5610" b="0" u="none" strike="noStrike">
                <a:solidFill>
                  <a:schemeClr val="dk1">
                    <a:tint val="82000"/>
                  </a:schemeClr>
                </a:solidFill>
                <a:effectLst/>
                <a:uFillTx/>
                <a:latin typeface="Aptos"/>
              </a:rPr>
              <a:t>Click to edit Master text styles</a:t>
            </a:r>
            <a:endParaRPr lang="en-US" sz="5610" b="0" u="none" strike="noStrike">
              <a:solidFill>
                <a:schemeClr val="dk1">
                  <a:tint val="82000"/>
                </a:schemeClr>
              </a:solidFill>
              <a:effectLst/>
              <a:uFillTx/>
              <a:latin typeface="Aptos"/>
            </a:endParaRPr>
          </a:p>
        </p:txBody>
      </p:sp>
      <p:sp>
        <p:nvSpPr>
          <p:cNvPr id="28" name="PlaceHolder 3"/>
          <p:cNvSpPr>
            <a:spLocks noGrp="1"/>
          </p:cNvSpPr>
          <p:nvPr>
            <p:ph type="dt" idx="13"/>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29" name="PlaceHolder 4"/>
          <p:cNvSpPr>
            <a:spLocks noGrp="1"/>
          </p:cNvSpPr>
          <p:nvPr>
            <p:ph type="ftr" idx="14"/>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 name="PlaceHolder 5"/>
          <p:cNvSpPr>
            <a:spLocks noGrp="1"/>
          </p:cNvSpPr>
          <p:nvPr>
            <p:ph type="sldNum" idx="15"/>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899D2082-8490-410A-A450-403A204B3E4C}"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pic>
        <p:nvPicPr>
          <p:cNvPr id="31" name="Picture 7"/>
          <p:cNvPicPr/>
          <p:nvPr/>
        </p:nvPicPr>
        <p:blipFill>
          <a:blip r:embed="rId2"/>
          <a:stretch/>
        </p:blipFill>
        <p:spPr>
          <a:xfrm>
            <a:off x="1080" y="360"/>
            <a:ext cx="21381120" cy="30273840"/>
          </a:xfrm>
          <a:prstGeom prst="rect">
            <a:avLst/>
          </a:prstGeom>
          <a:noFill/>
          <a:ln w="0">
            <a:noFill/>
          </a:ln>
        </p:spPr>
      </p:pic>
      <p:sp>
        <p:nvSpPr>
          <p:cNvPr id="32" name="PlaceHolder 1"/>
          <p:cNvSpPr>
            <a:spLocks noGrp="1"/>
          </p:cNvSpPr>
          <p:nvPr>
            <p:ph type="title"/>
          </p:nvPr>
        </p:nvSpPr>
        <p:spPr>
          <a:xfrm>
            <a:off x="1470240" y="1611720"/>
            <a:ext cx="18443160" cy="5851440"/>
          </a:xfrm>
          <a:prstGeom prst="rect">
            <a:avLst/>
          </a:prstGeom>
          <a:noFill/>
          <a:ln w="0">
            <a:noFill/>
          </a:ln>
        </p:spPr>
        <p:txBody>
          <a:bodyPr lIns="91440" tIns="45720" rIns="91440" bIns="45720" anchor="ctr">
            <a:noAutofit/>
          </a:bodyPr>
          <a:lstStyle>
            <a:lvl1pPr indent="0" algn="l" defTabSz="2138400">
              <a:lnSpc>
                <a:spcPct val="90000"/>
              </a:lnSpc>
              <a:buNone/>
              <a:defRPr lang="en-US" sz="10290" b="0" u="none" strike="noStrike">
                <a:solidFill>
                  <a:schemeClr val="dk1"/>
                </a:solidFill>
                <a:effectLst/>
                <a:uFillTx/>
                <a:latin typeface="Aptos Display"/>
              </a:defRPr>
            </a:lvl1pPr>
          </a:lstStyle>
          <a:p>
            <a:pPr indent="0" algn="l" defTabSz="2138400">
              <a:lnSpc>
                <a:spcPct val="90000"/>
              </a:lnSpc>
              <a:buNone/>
            </a:pPr>
            <a:r>
              <a:rPr lang="en-US" sz="10290" b="0" u="none" strike="noStrike">
                <a:solidFill>
                  <a:schemeClr val="dk1"/>
                </a:solidFill>
                <a:effectLst/>
                <a:uFillTx/>
                <a:latin typeface="Aptos Display"/>
              </a:rPr>
              <a:t>Click to edit Master title style</a:t>
            </a:r>
            <a:endParaRPr lang="en-US" sz="10290" b="0" u="none" strike="noStrike">
              <a:solidFill>
                <a:schemeClr val="dk1"/>
              </a:solidFill>
              <a:effectLst/>
              <a:uFillTx/>
              <a:latin typeface="Aptos Display"/>
            </a:endParaRPr>
          </a:p>
        </p:txBody>
      </p:sp>
      <p:sp>
        <p:nvSpPr>
          <p:cNvPr id="33" name="PlaceHolder 2"/>
          <p:cNvSpPr>
            <a:spLocks noGrp="1"/>
          </p:cNvSpPr>
          <p:nvPr>
            <p:ph type="body"/>
          </p:nvPr>
        </p:nvSpPr>
        <p:spPr>
          <a:xfrm>
            <a:off x="1470240" y="8059320"/>
            <a:ext cx="9087840" cy="19208880"/>
          </a:xfrm>
          <a:prstGeom prst="rect">
            <a:avLst/>
          </a:prstGeom>
          <a:noFill/>
          <a:ln w="0">
            <a:noFill/>
          </a:ln>
        </p:spPr>
        <p:txBody>
          <a:bodyPr lIns="91440" tIns="45720" rIns="91440" bIns="45720" anchor="t">
            <a:noAutofit/>
          </a:bodyPr>
          <a:lstStyle>
            <a:lvl1pPr algn="l" defTabSz="2138400">
              <a:lnSpc>
                <a:spcPct val="90000"/>
              </a:lnSpc>
              <a:spcBef>
                <a:spcPts val="2339"/>
              </a:spcBef>
              <a:buClr>
                <a:srgbClr val="000000"/>
              </a:buClr>
              <a:buFont typeface="Arial"/>
              <a:buChar char="•"/>
              <a:defRPr lang="en-US" sz="655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defRPr lang="en-US" sz="561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defRPr lang="en-US" sz="467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pPr>
            <a:r>
              <a:rPr lang="en-US" sz="6550" b="0" u="none" strike="noStrike">
                <a:solidFill>
                  <a:schemeClr val="dk1"/>
                </a:solidFill>
                <a:effectLst/>
                <a:uFillTx/>
                <a:latin typeface="Aptos"/>
              </a:rPr>
              <a:t>Click to edit Master text styles</a:t>
            </a:r>
            <a:endParaRPr lang="en-US" sz="655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pPr>
            <a:r>
              <a:rPr lang="en-US" sz="5610" b="0" u="none" strike="noStrike">
                <a:solidFill>
                  <a:schemeClr val="dk1"/>
                </a:solidFill>
                <a:effectLst/>
                <a:uFillTx/>
                <a:latin typeface="Aptos"/>
              </a:rPr>
              <a:t>Second level</a:t>
            </a:r>
            <a:endParaRPr lang="en-US" sz="561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pPr>
            <a:r>
              <a:rPr lang="en-US" sz="4670" b="0" u="none" strike="noStrike">
                <a:solidFill>
                  <a:schemeClr val="dk1"/>
                </a:solidFill>
                <a:effectLst/>
                <a:uFillTx/>
                <a:latin typeface="Aptos"/>
              </a:rPr>
              <a:t>Third level</a:t>
            </a:r>
            <a:endParaRPr lang="en-US" sz="467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Fourth level</a:t>
            </a:r>
            <a:endParaRPr lang="en-US" sz="421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Fifth level</a:t>
            </a:r>
            <a:endParaRPr lang="en-US" sz="4210" b="0" u="none" strike="noStrike">
              <a:solidFill>
                <a:schemeClr val="dk1"/>
              </a:solidFill>
              <a:effectLst/>
              <a:uFillTx/>
              <a:latin typeface="Aptos"/>
            </a:endParaRPr>
          </a:p>
        </p:txBody>
      </p:sp>
      <p:sp>
        <p:nvSpPr>
          <p:cNvPr id="34" name="PlaceHolder 3"/>
          <p:cNvSpPr>
            <a:spLocks noGrp="1"/>
          </p:cNvSpPr>
          <p:nvPr>
            <p:ph type="body"/>
          </p:nvPr>
        </p:nvSpPr>
        <p:spPr>
          <a:xfrm>
            <a:off x="10825560" y="8059320"/>
            <a:ext cx="9087840" cy="19208880"/>
          </a:xfrm>
          <a:prstGeom prst="rect">
            <a:avLst/>
          </a:prstGeom>
          <a:noFill/>
          <a:ln w="0">
            <a:noFill/>
          </a:ln>
        </p:spPr>
        <p:txBody>
          <a:bodyPr lIns="91440" tIns="45720" rIns="91440" bIns="45720" anchor="t">
            <a:noAutofit/>
          </a:bodyPr>
          <a:lstStyle>
            <a:lvl1pPr algn="l" defTabSz="2138400">
              <a:lnSpc>
                <a:spcPct val="90000"/>
              </a:lnSpc>
              <a:spcBef>
                <a:spcPts val="2339"/>
              </a:spcBef>
              <a:buClr>
                <a:srgbClr val="000000"/>
              </a:buClr>
              <a:buFont typeface="Arial"/>
              <a:buChar char="•"/>
              <a:defRPr lang="en-US" sz="655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defRPr lang="en-US" sz="561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defRPr lang="en-US" sz="467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defRPr lang="en-US" sz="421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pPr>
            <a:r>
              <a:rPr lang="en-US" sz="6550" b="0" u="none" strike="noStrike">
                <a:solidFill>
                  <a:schemeClr val="dk1"/>
                </a:solidFill>
                <a:effectLst/>
                <a:uFillTx/>
                <a:latin typeface="Aptos"/>
              </a:rPr>
              <a:t>Click to edit Master text styles</a:t>
            </a:r>
            <a:endParaRPr lang="en-US" sz="655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pPr>
            <a:r>
              <a:rPr lang="en-US" sz="5610" b="0" u="none" strike="noStrike">
                <a:solidFill>
                  <a:schemeClr val="dk1"/>
                </a:solidFill>
                <a:effectLst/>
                <a:uFillTx/>
                <a:latin typeface="Aptos"/>
              </a:rPr>
              <a:t>Second level</a:t>
            </a:r>
            <a:endParaRPr lang="en-US" sz="561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pPr>
            <a:r>
              <a:rPr lang="en-US" sz="4670" b="0" u="none" strike="noStrike">
                <a:solidFill>
                  <a:schemeClr val="dk1"/>
                </a:solidFill>
                <a:effectLst/>
                <a:uFillTx/>
                <a:latin typeface="Aptos"/>
              </a:rPr>
              <a:t>Third level</a:t>
            </a:r>
            <a:endParaRPr lang="en-US" sz="467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Fourth level</a:t>
            </a:r>
            <a:endParaRPr lang="en-US" sz="421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pPr>
            <a:r>
              <a:rPr lang="en-US" sz="4210" b="0" u="none" strike="noStrike">
                <a:solidFill>
                  <a:schemeClr val="dk1"/>
                </a:solidFill>
                <a:effectLst/>
                <a:uFillTx/>
                <a:latin typeface="Aptos"/>
              </a:rPr>
              <a:t>Fifth level</a:t>
            </a:r>
            <a:endParaRPr lang="en-US" sz="4210" b="0" u="none" strike="noStrike">
              <a:solidFill>
                <a:schemeClr val="dk1"/>
              </a:solidFill>
              <a:effectLst/>
              <a:uFillTx/>
              <a:latin typeface="Aptos"/>
            </a:endParaRPr>
          </a:p>
        </p:txBody>
      </p:sp>
      <p:sp>
        <p:nvSpPr>
          <p:cNvPr id="35" name="PlaceHolder 4"/>
          <p:cNvSpPr>
            <a:spLocks noGrp="1"/>
          </p:cNvSpPr>
          <p:nvPr>
            <p:ph type="dt" idx="16"/>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36" name="PlaceHolder 5"/>
          <p:cNvSpPr>
            <a:spLocks noGrp="1"/>
          </p:cNvSpPr>
          <p:nvPr>
            <p:ph type="ftr" idx="17"/>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 name="PlaceHolder 6"/>
          <p:cNvSpPr>
            <a:spLocks noGrp="1"/>
          </p:cNvSpPr>
          <p:nvPr>
            <p:ph type="sldNum" idx="18"/>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F69059F6-559B-4FCC-AC03-DEA48620255B}"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pic>
        <p:nvPicPr>
          <p:cNvPr id="38" name="Picture 7"/>
          <p:cNvPicPr/>
          <p:nvPr/>
        </p:nvPicPr>
        <p:blipFill>
          <a:blip r:embed="rId2"/>
          <a:stretch/>
        </p:blipFill>
        <p:spPr>
          <a:xfrm>
            <a:off x="1080" y="360"/>
            <a:ext cx="21381120" cy="30273840"/>
          </a:xfrm>
          <a:prstGeom prst="rect">
            <a:avLst/>
          </a:prstGeom>
          <a:noFill/>
          <a:ln w="0">
            <a:noFill/>
          </a:ln>
        </p:spPr>
      </p:pic>
      <p:sp>
        <p:nvSpPr>
          <p:cNvPr id="39" name="PlaceHolder 1"/>
          <p:cNvSpPr>
            <a:spLocks noGrp="1"/>
          </p:cNvSpPr>
          <p:nvPr>
            <p:ph type="title"/>
          </p:nvPr>
        </p:nvSpPr>
        <p:spPr>
          <a:xfrm>
            <a:off x="1472760" y="1611720"/>
            <a:ext cx="18443160" cy="5851440"/>
          </a:xfrm>
          <a:prstGeom prst="rect">
            <a:avLst/>
          </a:prstGeom>
          <a:noFill/>
          <a:ln w="0">
            <a:noFill/>
          </a:ln>
        </p:spPr>
        <p:txBody>
          <a:bodyPr lIns="91440" tIns="45720" rIns="91440" bIns="45720" anchor="ctr">
            <a:noAutofit/>
          </a:bodyPr>
          <a:lstStyle>
            <a:lvl1pPr indent="0" algn="l" defTabSz="2138400">
              <a:lnSpc>
                <a:spcPct val="90000"/>
              </a:lnSpc>
              <a:buNone/>
              <a:defRPr lang="en-US" sz="10290" b="0" u="none" strike="noStrike">
                <a:solidFill>
                  <a:schemeClr val="dk1"/>
                </a:solidFill>
                <a:effectLst/>
                <a:uFillTx/>
                <a:latin typeface="Aptos Display"/>
              </a:defRPr>
            </a:lvl1pPr>
          </a:lstStyle>
          <a:p>
            <a:pPr indent="0" algn="l" defTabSz="2138400">
              <a:lnSpc>
                <a:spcPct val="90000"/>
              </a:lnSpc>
              <a:buNone/>
            </a:pPr>
            <a:r>
              <a:rPr lang="en-US" sz="10290" b="0" u="none" strike="noStrike">
                <a:solidFill>
                  <a:schemeClr val="dk1"/>
                </a:solidFill>
                <a:effectLst/>
                <a:uFillTx/>
                <a:latin typeface="Aptos Display"/>
              </a:rPr>
              <a:t>Clic</a:t>
            </a:r>
            <a:r>
              <a:rPr lang="en-US" sz="10290" b="0" u="none" strike="noStrike">
                <a:solidFill>
                  <a:schemeClr val="dk1"/>
                </a:solidFill>
                <a:effectLst/>
                <a:uFillTx/>
                <a:latin typeface="Aptos Display"/>
              </a:rPr>
              <a:t>k to </a:t>
            </a:r>
            <a:r>
              <a:rPr lang="en-US" sz="10290" b="0" u="none" strike="noStrike">
                <a:solidFill>
                  <a:schemeClr val="dk1"/>
                </a:solidFill>
                <a:effectLst/>
                <a:uFillTx/>
                <a:latin typeface="Aptos Display"/>
              </a:rPr>
              <a:t>edi</a:t>
            </a:r>
            <a:r>
              <a:rPr lang="en-US" sz="10290" b="0" u="none" strike="noStrike">
                <a:solidFill>
                  <a:schemeClr val="dk1"/>
                </a:solidFill>
                <a:effectLst/>
                <a:uFillTx/>
                <a:latin typeface="Aptos Display"/>
              </a:rPr>
              <a:t>t </a:t>
            </a:r>
            <a:r>
              <a:rPr lang="en-US" sz="10290" b="0" u="none" strike="noStrike">
                <a:solidFill>
                  <a:schemeClr val="dk1"/>
                </a:solidFill>
                <a:effectLst/>
                <a:uFillTx/>
                <a:latin typeface="Aptos Display"/>
              </a:rPr>
              <a:t>Ma</a:t>
            </a:r>
            <a:r>
              <a:rPr lang="en-US" sz="10290" b="0" u="none" strike="noStrike">
                <a:solidFill>
                  <a:schemeClr val="dk1"/>
                </a:solidFill>
                <a:effectLst/>
                <a:uFillTx/>
                <a:latin typeface="Aptos Display"/>
              </a:rPr>
              <a:t>ste</a:t>
            </a:r>
            <a:r>
              <a:rPr lang="en-US" sz="10290" b="0" u="none" strike="noStrike">
                <a:solidFill>
                  <a:schemeClr val="dk1"/>
                </a:solidFill>
                <a:effectLst/>
                <a:uFillTx/>
                <a:latin typeface="Aptos Display"/>
              </a:rPr>
              <a:t>r </a:t>
            </a:r>
            <a:r>
              <a:rPr lang="en-US" sz="10290" b="0" u="none" strike="noStrike">
                <a:solidFill>
                  <a:schemeClr val="dk1"/>
                </a:solidFill>
                <a:effectLst/>
                <a:uFillTx/>
                <a:latin typeface="Aptos Display"/>
              </a:rPr>
              <a:t>titl</a:t>
            </a:r>
            <a:r>
              <a:rPr lang="en-US" sz="10290" b="0" u="none" strike="noStrike">
                <a:solidFill>
                  <a:schemeClr val="dk1"/>
                </a:solidFill>
                <a:effectLst/>
                <a:uFillTx/>
                <a:latin typeface="Aptos Display"/>
              </a:rPr>
              <a:t>e </a:t>
            </a:r>
            <a:r>
              <a:rPr lang="en-US" sz="10290" b="0" u="none" strike="noStrike">
                <a:solidFill>
                  <a:schemeClr val="dk1"/>
                </a:solidFill>
                <a:effectLst/>
                <a:uFillTx/>
                <a:latin typeface="Aptos Display"/>
              </a:rPr>
              <a:t>styl</a:t>
            </a:r>
            <a:r>
              <a:rPr lang="en-US" sz="10290" b="0" u="none" strike="noStrike">
                <a:solidFill>
                  <a:schemeClr val="dk1"/>
                </a:solidFill>
                <a:effectLst/>
                <a:uFillTx/>
                <a:latin typeface="Aptos Display"/>
              </a:rPr>
              <a:t>e</a:t>
            </a:r>
            <a:endParaRPr lang="en-US" sz="10290" b="0" u="none" strike="noStrike">
              <a:solidFill>
                <a:schemeClr val="dk1"/>
              </a:solidFill>
              <a:effectLst/>
              <a:uFillTx/>
              <a:latin typeface="Aptos Display"/>
            </a:endParaRPr>
          </a:p>
        </p:txBody>
      </p:sp>
      <p:sp>
        <p:nvSpPr>
          <p:cNvPr id="40" name="PlaceHolder 2"/>
          <p:cNvSpPr>
            <a:spLocks noGrp="1"/>
          </p:cNvSpPr>
          <p:nvPr>
            <p:ph type="body"/>
          </p:nvPr>
        </p:nvSpPr>
        <p:spPr>
          <a:xfrm>
            <a:off x="1472760" y="7421760"/>
            <a:ext cx="9046080" cy="3636720"/>
          </a:xfrm>
          <a:prstGeom prst="rect">
            <a:avLst/>
          </a:prstGeom>
          <a:noFill/>
          <a:ln w="0">
            <a:noFill/>
          </a:ln>
        </p:spPr>
        <p:txBody>
          <a:bodyPr lIns="91440" tIns="45720" rIns="91440" bIns="45720" anchor="b">
            <a:noAutofit/>
          </a:bodyPr>
          <a:lstStyle>
            <a:lvl1pPr indent="0" algn="l" defTabSz="2138400">
              <a:lnSpc>
                <a:spcPct val="90000"/>
              </a:lnSpc>
              <a:spcBef>
                <a:spcPts val="2339"/>
              </a:spcBef>
              <a:buNone/>
              <a:tabLst>
                <a:tab pos="0" algn="l"/>
              </a:tabLst>
              <a:defRPr lang="en-US" sz="5610" b="1" u="none" strike="noStrike">
                <a:solidFill>
                  <a:schemeClr val="dk1"/>
                </a:solidFill>
                <a:effectLst/>
                <a:uFillTx/>
                <a:latin typeface="Aptos"/>
              </a:defRPr>
            </a:lvl1pPr>
          </a:lstStyle>
          <a:p>
            <a:pPr indent="0" algn="l" defTabSz="2138400">
              <a:lnSpc>
                <a:spcPct val="90000"/>
              </a:lnSpc>
              <a:spcBef>
                <a:spcPts val="2339"/>
              </a:spcBef>
              <a:buNone/>
              <a:tabLst>
                <a:tab pos="0" algn="l"/>
              </a:tabLst>
            </a:pPr>
            <a:r>
              <a:rPr lang="en-US" sz="5610" b="1" u="none" strike="noStrike">
                <a:solidFill>
                  <a:schemeClr val="dk1"/>
                </a:solidFill>
                <a:effectLst/>
                <a:uFillTx/>
                <a:latin typeface="Aptos"/>
              </a:rPr>
              <a:t>Click to edit Master text styles</a:t>
            </a:r>
            <a:endParaRPr lang="en-US" sz="5610" b="0" u="none" strike="noStrike">
              <a:solidFill>
                <a:schemeClr val="dk1"/>
              </a:solidFill>
              <a:effectLst/>
              <a:uFillTx/>
              <a:latin typeface="Aptos"/>
            </a:endParaRPr>
          </a:p>
        </p:txBody>
      </p:sp>
      <p:sp>
        <p:nvSpPr>
          <p:cNvPr id="41" name="PlaceHolder 3"/>
          <p:cNvSpPr>
            <a:spLocks noGrp="1"/>
          </p:cNvSpPr>
          <p:nvPr>
            <p:ph type="body"/>
          </p:nvPr>
        </p:nvSpPr>
        <p:spPr>
          <a:xfrm>
            <a:off x="1472760" y="11058840"/>
            <a:ext cx="9046080" cy="16265520"/>
          </a:xfrm>
          <a:prstGeom prst="rect">
            <a:avLst/>
          </a:prstGeom>
          <a:noFill/>
          <a:ln w="0">
            <a:noFill/>
          </a:ln>
        </p:spPr>
        <p:txBody>
          <a:bodyPr lIns="91440" tIns="45720" rIns="91440" bIns="45720" anchor="t">
            <a:noAutofit/>
          </a:bodyPr>
          <a:lstStyle>
            <a:lvl1pPr algn="l" defTabSz="2138400">
              <a:lnSpc>
                <a:spcPct val="90000"/>
              </a:lnSpc>
              <a:spcBef>
                <a:spcPts val="2339"/>
              </a:spcBef>
              <a:buClr>
                <a:srgbClr val="000000"/>
              </a:buClr>
              <a:buFont typeface="Arial"/>
              <a:buChar char="•"/>
              <a:tabLst>
                <a:tab pos="0" algn="l"/>
              </a:tabLst>
              <a:defRPr lang="en-US" sz="655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tabLst>
                <a:tab pos="0" algn="l"/>
              </a:tabLst>
              <a:defRPr lang="en-US" sz="561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tabLst>
                <a:tab pos="0" algn="l"/>
              </a:tabLst>
              <a:defRPr lang="en-US" sz="467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tabLst>
                <a:tab pos="0" algn="l"/>
              </a:tabLst>
              <a:defRPr lang="en-US" sz="421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tabLst>
                <a:tab pos="0" algn="l"/>
              </a:tabLst>
              <a:defRPr lang="en-US" sz="421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tabLst>
                <a:tab pos="0" algn="l"/>
              </a:tabLst>
            </a:pPr>
            <a:r>
              <a:rPr lang="en-US" sz="6550" b="0" u="none" strike="noStrike">
                <a:solidFill>
                  <a:schemeClr val="dk1"/>
                </a:solidFill>
                <a:effectLst/>
                <a:uFillTx/>
                <a:latin typeface="Aptos"/>
              </a:rPr>
              <a:t>Click to edit Master text styles</a:t>
            </a:r>
            <a:endParaRPr lang="en-US" sz="655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tabLst>
                <a:tab pos="0" algn="l"/>
              </a:tabLst>
            </a:pPr>
            <a:r>
              <a:rPr lang="en-US" sz="5610" b="0" u="none" strike="noStrike">
                <a:solidFill>
                  <a:schemeClr val="dk1"/>
                </a:solidFill>
                <a:effectLst/>
                <a:uFillTx/>
                <a:latin typeface="Aptos"/>
              </a:rPr>
              <a:t>Second level</a:t>
            </a:r>
            <a:endParaRPr lang="en-US" sz="561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tabLst>
                <a:tab pos="0" algn="l"/>
              </a:tabLst>
            </a:pPr>
            <a:r>
              <a:rPr lang="en-US" sz="4670" b="0" u="none" strike="noStrike">
                <a:solidFill>
                  <a:schemeClr val="dk1"/>
                </a:solidFill>
                <a:effectLst/>
                <a:uFillTx/>
                <a:latin typeface="Aptos"/>
              </a:rPr>
              <a:t>Third level</a:t>
            </a:r>
            <a:endParaRPr lang="en-US" sz="467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tabLst>
                <a:tab pos="0" algn="l"/>
              </a:tabLst>
            </a:pPr>
            <a:r>
              <a:rPr lang="en-US" sz="4210" b="0" u="none" strike="noStrike">
                <a:solidFill>
                  <a:schemeClr val="dk1"/>
                </a:solidFill>
                <a:effectLst/>
                <a:uFillTx/>
                <a:latin typeface="Aptos"/>
              </a:rPr>
              <a:t>Fourth level</a:t>
            </a:r>
            <a:endParaRPr lang="en-US" sz="421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tabLst>
                <a:tab pos="0" algn="l"/>
              </a:tabLst>
            </a:pPr>
            <a:r>
              <a:rPr lang="en-US" sz="4210" b="0" u="none" strike="noStrike">
                <a:solidFill>
                  <a:schemeClr val="dk1"/>
                </a:solidFill>
                <a:effectLst/>
                <a:uFillTx/>
                <a:latin typeface="Aptos"/>
              </a:rPr>
              <a:t>Fifth level</a:t>
            </a:r>
            <a:endParaRPr lang="en-US" sz="4210" b="0" u="none" strike="noStrike">
              <a:solidFill>
                <a:schemeClr val="dk1"/>
              </a:solidFill>
              <a:effectLst/>
              <a:uFillTx/>
              <a:latin typeface="Aptos"/>
            </a:endParaRPr>
          </a:p>
        </p:txBody>
      </p:sp>
      <p:sp>
        <p:nvSpPr>
          <p:cNvPr id="42" name="PlaceHolder 4"/>
          <p:cNvSpPr>
            <a:spLocks noGrp="1"/>
          </p:cNvSpPr>
          <p:nvPr>
            <p:ph type="body"/>
          </p:nvPr>
        </p:nvSpPr>
        <p:spPr>
          <a:xfrm>
            <a:off x="10825560" y="7421760"/>
            <a:ext cx="9090360" cy="3636720"/>
          </a:xfrm>
          <a:prstGeom prst="rect">
            <a:avLst/>
          </a:prstGeom>
          <a:noFill/>
          <a:ln w="0">
            <a:noFill/>
          </a:ln>
        </p:spPr>
        <p:txBody>
          <a:bodyPr lIns="91440" tIns="45720" rIns="91440" bIns="45720" anchor="b">
            <a:noAutofit/>
          </a:bodyPr>
          <a:lstStyle>
            <a:lvl1pPr indent="0" algn="l" defTabSz="2138400">
              <a:lnSpc>
                <a:spcPct val="90000"/>
              </a:lnSpc>
              <a:spcBef>
                <a:spcPts val="2339"/>
              </a:spcBef>
              <a:buNone/>
              <a:tabLst>
                <a:tab pos="0" algn="l"/>
              </a:tabLst>
              <a:defRPr lang="en-US" sz="5610" b="1" u="none" strike="noStrike">
                <a:solidFill>
                  <a:schemeClr val="dk1"/>
                </a:solidFill>
                <a:effectLst/>
                <a:uFillTx/>
                <a:latin typeface="Aptos"/>
              </a:defRPr>
            </a:lvl1pPr>
          </a:lstStyle>
          <a:p>
            <a:pPr indent="0" algn="l" defTabSz="2138400">
              <a:lnSpc>
                <a:spcPct val="90000"/>
              </a:lnSpc>
              <a:spcBef>
                <a:spcPts val="2339"/>
              </a:spcBef>
              <a:buNone/>
              <a:tabLst>
                <a:tab pos="0" algn="l"/>
              </a:tabLst>
            </a:pPr>
            <a:r>
              <a:rPr lang="en-US" sz="5610" b="1" u="none" strike="noStrike">
                <a:solidFill>
                  <a:schemeClr val="dk1"/>
                </a:solidFill>
                <a:effectLst/>
                <a:uFillTx/>
                <a:latin typeface="Aptos"/>
              </a:rPr>
              <a:t>Click to edit Master text styles</a:t>
            </a:r>
            <a:endParaRPr lang="en-US" sz="5610" b="0" u="none" strike="noStrike">
              <a:solidFill>
                <a:schemeClr val="dk1"/>
              </a:solidFill>
              <a:effectLst/>
              <a:uFillTx/>
              <a:latin typeface="Aptos"/>
            </a:endParaRPr>
          </a:p>
        </p:txBody>
      </p:sp>
      <p:sp>
        <p:nvSpPr>
          <p:cNvPr id="43" name="PlaceHolder 5"/>
          <p:cNvSpPr>
            <a:spLocks noGrp="1"/>
          </p:cNvSpPr>
          <p:nvPr>
            <p:ph type="body"/>
          </p:nvPr>
        </p:nvSpPr>
        <p:spPr>
          <a:xfrm>
            <a:off x="10825560" y="11058840"/>
            <a:ext cx="9090360" cy="16265520"/>
          </a:xfrm>
          <a:prstGeom prst="rect">
            <a:avLst/>
          </a:prstGeom>
          <a:noFill/>
          <a:ln w="0">
            <a:noFill/>
          </a:ln>
        </p:spPr>
        <p:txBody>
          <a:bodyPr lIns="91440" tIns="45720" rIns="91440" bIns="45720" anchor="t">
            <a:noAutofit/>
          </a:bodyPr>
          <a:lstStyle>
            <a:lvl1pPr algn="l" defTabSz="2138400">
              <a:lnSpc>
                <a:spcPct val="90000"/>
              </a:lnSpc>
              <a:spcBef>
                <a:spcPts val="2339"/>
              </a:spcBef>
              <a:buClr>
                <a:srgbClr val="000000"/>
              </a:buClr>
              <a:buFont typeface="Arial"/>
              <a:buChar char="•"/>
              <a:tabLst>
                <a:tab pos="0" algn="l"/>
              </a:tabLst>
              <a:defRPr lang="en-US" sz="655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tabLst>
                <a:tab pos="0" algn="l"/>
              </a:tabLst>
              <a:defRPr lang="en-US" sz="561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tabLst>
                <a:tab pos="0" algn="l"/>
              </a:tabLst>
              <a:defRPr lang="en-US" sz="467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tabLst>
                <a:tab pos="0" algn="l"/>
              </a:tabLst>
              <a:defRPr lang="en-US" sz="421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tabLst>
                <a:tab pos="0" algn="l"/>
              </a:tabLst>
              <a:defRPr lang="en-US" sz="421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tabLst>
                <a:tab pos="0" algn="l"/>
              </a:tabLst>
            </a:pPr>
            <a:r>
              <a:rPr lang="en-US" sz="6550" b="0" u="none" strike="noStrike">
                <a:solidFill>
                  <a:schemeClr val="dk1"/>
                </a:solidFill>
                <a:effectLst/>
                <a:uFillTx/>
                <a:latin typeface="Aptos"/>
              </a:rPr>
              <a:t>Click to edit Master text styles</a:t>
            </a:r>
            <a:endParaRPr lang="en-US" sz="655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tabLst>
                <a:tab pos="0" algn="l"/>
              </a:tabLst>
            </a:pPr>
            <a:r>
              <a:rPr lang="en-US" sz="5610" b="0" u="none" strike="noStrike">
                <a:solidFill>
                  <a:schemeClr val="dk1"/>
                </a:solidFill>
                <a:effectLst/>
                <a:uFillTx/>
                <a:latin typeface="Aptos"/>
              </a:rPr>
              <a:t>Second level</a:t>
            </a:r>
            <a:endParaRPr lang="en-US" sz="561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tabLst>
                <a:tab pos="0" algn="l"/>
              </a:tabLst>
            </a:pPr>
            <a:r>
              <a:rPr lang="en-US" sz="4670" b="0" u="none" strike="noStrike">
                <a:solidFill>
                  <a:schemeClr val="dk1"/>
                </a:solidFill>
                <a:effectLst/>
                <a:uFillTx/>
                <a:latin typeface="Aptos"/>
              </a:rPr>
              <a:t>Third level</a:t>
            </a:r>
            <a:endParaRPr lang="en-US" sz="467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tabLst>
                <a:tab pos="0" algn="l"/>
              </a:tabLst>
            </a:pPr>
            <a:r>
              <a:rPr lang="en-US" sz="4210" b="0" u="none" strike="noStrike">
                <a:solidFill>
                  <a:schemeClr val="dk1"/>
                </a:solidFill>
                <a:effectLst/>
                <a:uFillTx/>
                <a:latin typeface="Aptos"/>
              </a:rPr>
              <a:t>Fourth level</a:t>
            </a:r>
            <a:endParaRPr lang="en-US" sz="421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tabLst>
                <a:tab pos="0" algn="l"/>
              </a:tabLst>
            </a:pPr>
            <a:r>
              <a:rPr lang="en-US" sz="4210" b="0" u="none" strike="noStrike">
                <a:solidFill>
                  <a:schemeClr val="dk1"/>
                </a:solidFill>
                <a:effectLst/>
                <a:uFillTx/>
                <a:latin typeface="Aptos"/>
              </a:rPr>
              <a:t>Fifth level</a:t>
            </a:r>
            <a:endParaRPr lang="en-US" sz="4210" b="0" u="none" strike="noStrike">
              <a:solidFill>
                <a:schemeClr val="dk1"/>
              </a:solidFill>
              <a:effectLst/>
              <a:uFillTx/>
              <a:latin typeface="Aptos"/>
            </a:endParaRPr>
          </a:p>
        </p:txBody>
      </p:sp>
      <p:sp>
        <p:nvSpPr>
          <p:cNvPr id="44" name="PlaceHolder 6"/>
          <p:cNvSpPr>
            <a:spLocks noGrp="1"/>
          </p:cNvSpPr>
          <p:nvPr>
            <p:ph type="dt" idx="19"/>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45" name="PlaceHolder 7"/>
          <p:cNvSpPr>
            <a:spLocks noGrp="1"/>
          </p:cNvSpPr>
          <p:nvPr>
            <p:ph type="ftr" idx="20"/>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8"/>
          <p:cNvSpPr>
            <a:spLocks noGrp="1"/>
          </p:cNvSpPr>
          <p:nvPr>
            <p:ph type="sldNum" idx="21"/>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057BE59C-7863-438C-A91F-9CDA3A18B010}"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pic>
        <p:nvPicPr>
          <p:cNvPr id="47" name="Picture 7"/>
          <p:cNvPicPr/>
          <p:nvPr/>
        </p:nvPicPr>
        <p:blipFill>
          <a:blip r:embed="rId2"/>
          <a:stretch/>
        </p:blipFill>
        <p:spPr>
          <a:xfrm>
            <a:off x="1080" y="360"/>
            <a:ext cx="21381120" cy="30273840"/>
          </a:xfrm>
          <a:prstGeom prst="rect">
            <a:avLst/>
          </a:prstGeom>
          <a:noFill/>
          <a:ln w="0">
            <a:noFill/>
          </a:ln>
        </p:spPr>
      </p:pic>
      <p:sp>
        <p:nvSpPr>
          <p:cNvPr id="48" name="PlaceHolder 1"/>
          <p:cNvSpPr>
            <a:spLocks noGrp="1"/>
          </p:cNvSpPr>
          <p:nvPr>
            <p:ph type="title"/>
          </p:nvPr>
        </p:nvSpPr>
        <p:spPr>
          <a:xfrm>
            <a:off x="1470240" y="1611720"/>
            <a:ext cx="18443160" cy="5851440"/>
          </a:xfrm>
          <a:prstGeom prst="rect">
            <a:avLst/>
          </a:prstGeom>
          <a:noFill/>
          <a:ln w="0">
            <a:noFill/>
          </a:ln>
        </p:spPr>
        <p:txBody>
          <a:bodyPr lIns="91440" tIns="45720" rIns="91440" bIns="45720" anchor="ctr">
            <a:noAutofit/>
          </a:bodyPr>
          <a:lstStyle>
            <a:lvl1pPr indent="0" algn="l" defTabSz="2138400">
              <a:lnSpc>
                <a:spcPct val="90000"/>
              </a:lnSpc>
              <a:buNone/>
              <a:defRPr lang="en-US" sz="10290" b="0" u="none" strike="noStrike">
                <a:solidFill>
                  <a:schemeClr val="dk1"/>
                </a:solidFill>
                <a:effectLst/>
                <a:uFillTx/>
                <a:latin typeface="Aptos Display"/>
              </a:defRPr>
            </a:lvl1pPr>
          </a:lstStyle>
          <a:p>
            <a:pPr indent="0" algn="l" defTabSz="2138400">
              <a:lnSpc>
                <a:spcPct val="90000"/>
              </a:lnSpc>
              <a:buNone/>
            </a:pPr>
            <a:r>
              <a:rPr lang="en-US" sz="10290" b="0" u="none" strike="noStrike">
                <a:solidFill>
                  <a:schemeClr val="dk1"/>
                </a:solidFill>
                <a:effectLst/>
                <a:uFillTx/>
                <a:latin typeface="Aptos Display"/>
              </a:rPr>
              <a:t>Click to edit Master title style</a:t>
            </a:r>
            <a:endParaRPr lang="en-US" sz="10290" b="0" u="none" strike="noStrike">
              <a:solidFill>
                <a:schemeClr val="dk1"/>
              </a:solidFill>
              <a:effectLst/>
              <a:uFillTx/>
              <a:latin typeface="Aptos Display"/>
            </a:endParaRPr>
          </a:p>
        </p:txBody>
      </p:sp>
      <p:sp>
        <p:nvSpPr>
          <p:cNvPr id="49" name="PlaceHolder 2"/>
          <p:cNvSpPr>
            <a:spLocks noGrp="1"/>
          </p:cNvSpPr>
          <p:nvPr>
            <p:ph type="dt" idx="22"/>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50" name="PlaceHolder 3"/>
          <p:cNvSpPr>
            <a:spLocks noGrp="1"/>
          </p:cNvSpPr>
          <p:nvPr>
            <p:ph type="ftr" idx="23"/>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1" name="PlaceHolder 4"/>
          <p:cNvSpPr>
            <a:spLocks noGrp="1"/>
          </p:cNvSpPr>
          <p:nvPr>
            <p:ph type="sldNum" idx="24"/>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25549C6A-0D82-4EAF-B395-0B8ED44F7CF1}"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pic>
        <p:nvPicPr>
          <p:cNvPr id="52" name="Picture 7"/>
          <p:cNvPicPr/>
          <p:nvPr/>
        </p:nvPicPr>
        <p:blipFill>
          <a:blip r:embed="rId2"/>
          <a:stretch/>
        </p:blipFill>
        <p:spPr>
          <a:xfrm>
            <a:off x="1080" y="360"/>
            <a:ext cx="21381120" cy="30273840"/>
          </a:xfrm>
          <a:prstGeom prst="rect">
            <a:avLst/>
          </a:prstGeom>
          <a:noFill/>
          <a:ln w="0">
            <a:noFill/>
          </a:ln>
        </p:spPr>
      </p:pic>
      <p:sp>
        <p:nvSpPr>
          <p:cNvPr id="53" name="PlaceHolder 1"/>
          <p:cNvSpPr>
            <a:spLocks noGrp="1"/>
          </p:cNvSpPr>
          <p:nvPr>
            <p:ph type="dt" idx="25"/>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54" name="PlaceHolder 2"/>
          <p:cNvSpPr>
            <a:spLocks noGrp="1"/>
          </p:cNvSpPr>
          <p:nvPr>
            <p:ph type="ftr" idx="26"/>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3"/>
          <p:cNvSpPr>
            <a:spLocks noGrp="1"/>
          </p:cNvSpPr>
          <p:nvPr>
            <p:ph type="sldNum" idx="27"/>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D56E7037-39BB-4D58-A40B-E9B2757BE60D}"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pic>
        <p:nvPicPr>
          <p:cNvPr id="56" name="Picture 7"/>
          <p:cNvPicPr/>
          <p:nvPr/>
        </p:nvPicPr>
        <p:blipFill>
          <a:blip r:embed="rId2"/>
          <a:stretch/>
        </p:blipFill>
        <p:spPr>
          <a:xfrm>
            <a:off x="1080" y="360"/>
            <a:ext cx="21381120" cy="30273840"/>
          </a:xfrm>
          <a:prstGeom prst="rect">
            <a:avLst/>
          </a:prstGeom>
          <a:noFill/>
          <a:ln w="0">
            <a:noFill/>
          </a:ln>
        </p:spPr>
      </p:pic>
      <p:sp>
        <p:nvSpPr>
          <p:cNvPr id="57" name="PlaceHolder 1"/>
          <p:cNvSpPr>
            <a:spLocks noGrp="1"/>
          </p:cNvSpPr>
          <p:nvPr>
            <p:ph type="title"/>
          </p:nvPr>
        </p:nvSpPr>
        <p:spPr>
          <a:xfrm>
            <a:off x="1472760" y="2018520"/>
            <a:ext cx="6896520" cy="7063920"/>
          </a:xfrm>
          <a:prstGeom prst="rect">
            <a:avLst/>
          </a:prstGeom>
          <a:noFill/>
          <a:ln w="0">
            <a:noFill/>
          </a:ln>
        </p:spPr>
        <p:txBody>
          <a:bodyPr lIns="91440" tIns="45720" rIns="91440" bIns="45720" anchor="b">
            <a:noAutofit/>
          </a:bodyPr>
          <a:lstStyle>
            <a:lvl1pPr indent="0" algn="l" defTabSz="2138400">
              <a:lnSpc>
                <a:spcPct val="90000"/>
              </a:lnSpc>
              <a:buNone/>
              <a:defRPr lang="en-US" sz="7490" b="0" u="none" strike="noStrike">
                <a:solidFill>
                  <a:schemeClr val="dk1"/>
                </a:solidFill>
                <a:effectLst/>
                <a:uFillTx/>
                <a:latin typeface="Aptos Display"/>
              </a:defRPr>
            </a:lvl1pPr>
          </a:lstStyle>
          <a:p>
            <a:pPr indent="0" algn="l" defTabSz="2138400">
              <a:lnSpc>
                <a:spcPct val="90000"/>
              </a:lnSpc>
              <a:buNone/>
            </a:pPr>
            <a:r>
              <a:rPr lang="en-US" sz="7490" b="0" u="none" strike="noStrike">
                <a:solidFill>
                  <a:schemeClr val="dk1"/>
                </a:solidFill>
                <a:effectLst/>
                <a:uFillTx/>
                <a:latin typeface="Aptos Display"/>
              </a:rPr>
              <a:t>Click to edit Master title style</a:t>
            </a:r>
            <a:endParaRPr lang="en-US" sz="7490" b="0" u="none" strike="noStrike">
              <a:solidFill>
                <a:schemeClr val="dk1"/>
              </a:solidFill>
              <a:effectLst/>
              <a:uFillTx/>
              <a:latin typeface="Aptos Display"/>
            </a:endParaRPr>
          </a:p>
        </p:txBody>
      </p:sp>
      <p:sp>
        <p:nvSpPr>
          <p:cNvPr id="58" name="PlaceHolder 2"/>
          <p:cNvSpPr>
            <a:spLocks noGrp="1"/>
          </p:cNvSpPr>
          <p:nvPr>
            <p:ph type="body"/>
          </p:nvPr>
        </p:nvSpPr>
        <p:spPr>
          <a:xfrm>
            <a:off x="9090720" y="4359240"/>
            <a:ext cx="10825200" cy="21514680"/>
          </a:xfrm>
          <a:prstGeom prst="rect">
            <a:avLst/>
          </a:prstGeom>
          <a:noFill/>
          <a:ln w="0">
            <a:noFill/>
          </a:ln>
        </p:spPr>
        <p:txBody>
          <a:bodyPr lIns="91440" tIns="45720" rIns="91440" bIns="45720" anchor="t">
            <a:noAutofit/>
          </a:bodyPr>
          <a:lstStyle>
            <a:lvl1pPr algn="l" defTabSz="2138400">
              <a:lnSpc>
                <a:spcPct val="90000"/>
              </a:lnSpc>
              <a:spcBef>
                <a:spcPts val="2339"/>
              </a:spcBef>
              <a:buClr>
                <a:srgbClr val="000000"/>
              </a:buClr>
              <a:buFont typeface="Arial"/>
              <a:buChar char="•"/>
              <a:defRPr lang="en-US" sz="7490" b="0" u="none" strike="noStrike">
                <a:solidFill>
                  <a:schemeClr val="dk1"/>
                </a:solidFill>
                <a:effectLst/>
                <a:uFillTx/>
                <a:latin typeface="Aptos"/>
              </a:defRPr>
            </a:lvl1pPr>
            <a:lvl2pPr lvl="1" algn="l" defTabSz="2138400">
              <a:lnSpc>
                <a:spcPct val="90000"/>
              </a:lnSpc>
              <a:spcBef>
                <a:spcPts val="1168"/>
              </a:spcBef>
              <a:buClr>
                <a:srgbClr val="000000"/>
              </a:buClr>
              <a:buFont typeface="Arial"/>
              <a:buChar char="•"/>
              <a:defRPr lang="en-US" sz="6550" b="0" u="none" strike="noStrike">
                <a:solidFill>
                  <a:schemeClr val="dk1"/>
                </a:solidFill>
                <a:effectLst/>
                <a:uFillTx/>
                <a:latin typeface="Aptos"/>
              </a:defRPr>
            </a:lvl2pPr>
            <a:lvl3pPr lvl="2" algn="l" defTabSz="2138400">
              <a:lnSpc>
                <a:spcPct val="90000"/>
              </a:lnSpc>
              <a:spcBef>
                <a:spcPts val="1168"/>
              </a:spcBef>
              <a:buClr>
                <a:srgbClr val="000000"/>
              </a:buClr>
              <a:buFont typeface="Arial"/>
              <a:buChar char="•"/>
              <a:defRPr lang="en-US" sz="5610" b="0" u="none" strike="noStrike">
                <a:solidFill>
                  <a:schemeClr val="dk1"/>
                </a:solidFill>
                <a:effectLst/>
                <a:uFillTx/>
                <a:latin typeface="Aptos"/>
              </a:defRPr>
            </a:lvl3pPr>
            <a:lvl4pPr lvl="3" algn="l" defTabSz="2138400">
              <a:lnSpc>
                <a:spcPct val="90000"/>
              </a:lnSpc>
              <a:spcBef>
                <a:spcPts val="1168"/>
              </a:spcBef>
              <a:buClr>
                <a:srgbClr val="000000"/>
              </a:buClr>
              <a:buFont typeface="Arial"/>
              <a:buChar char="•"/>
              <a:defRPr lang="en-US" sz="4670" b="0" u="none" strike="noStrike">
                <a:solidFill>
                  <a:schemeClr val="dk1"/>
                </a:solidFill>
                <a:effectLst/>
                <a:uFillTx/>
                <a:latin typeface="Aptos"/>
              </a:defRPr>
            </a:lvl4pPr>
            <a:lvl5pPr lvl="4" algn="l" defTabSz="2138400">
              <a:lnSpc>
                <a:spcPct val="90000"/>
              </a:lnSpc>
              <a:spcBef>
                <a:spcPts val="1168"/>
              </a:spcBef>
              <a:buClr>
                <a:srgbClr val="000000"/>
              </a:buClr>
              <a:buFont typeface="Arial"/>
              <a:buChar char="•"/>
              <a:defRPr lang="en-US" sz="4670" b="0" u="none" strike="noStrike">
                <a:solidFill>
                  <a:schemeClr val="dk1"/>
                </a:solidFill>
                <a:effectLst/>
                <a:uFillTx/>
                <a:latin typeface="Aptos"/>
              </a:defRPr>
            </a:lvl5pPr>
          </a:lstStyle>
          <a:p>
            <a:pPr marL="534600" indent="-534600" algn="l" defTabSz="2138400">
              <a:lnSpc>
                <a:spcPct val="90000"/>
              </a:lnSpc>
              <a:spcBef>
                <a:spcPts val="2339"/>
              </a:spcBef>
              <a:buClr>
                <a:srgbClr val="000000"/>
              </a:buClr>
              <a:buFont typeface="Arial"/>
              <a:buChar char="•"/>
            </a:pPr>
            <a:r>
              <a:rPr lang="en-US" sz="7490" b="0" u="none" strike="noStrike">
                <a:solidFill>
                  <a:schemeClr val="dk1"/>
                </a:solidFill>
                <a:effectLst/>
                <a:uFillTx/>
                <a:latin typeface="Aptos"/>
              </a:rPr>
              <a:t>Click to edit Master text styles</a:t>
            </a:r>
            <a:endParaRPr lang="en-US" sz="7490" b="0" u="none" strike="noStrike">
              <a:solidFill>
                <a:schemeClr val="dk1"/>
              </a:solidFill>
              <a:effectLst/>
              <a:uFillTx/>
              <a:latin typeface="Aptos"/>
            </a:endParaRPr>
          </a:p>
          <a:p>
            <a:pPr marL="1603800" lvl="1" indent="-534600" algn="l" defTabSz="2138400">
              <a:lnSpc>
                <a:spcPct val="90000"/>
              </a:lnSpc>
              <a:spcBef>
                <a:spcPts val="1168"/>
              </a:spcBef>
              <a:buClr>
                <a:srgbClr val="000000"/>
              </a:buClr>
              <a:buFont typeface="Arial"/>
              <a:buChar char="•"/>
            </a:pPr>
            <a:r>
              <a:rPr lang="en-US" sz="6550" b="0" u="none" strike="noStrike">
                <a:solidFill>
                  <a:schemeClr val="dk1"/>
                </a:solidFill>
                <a:effectLst/>
                <a:uFillTx/>
                <a:latin typeface="Aptos"/>
              </a:rPr>
              <a:t>Second level</a:t>
            </a:r>
            <a:endParaRPr lang="en-US" sz="6550" b="0" u="none" strike="noStrike">
              <a:solidFill>
                <a:schemeClr val="dk1"/>
              </a:solidFill>
              <a:effectLst/>
              <a:uFillTx/>
              <a:latin typeface="Aptos"/>
            </a:endParaRPr>
          </a:p>
          <a:p>
            <a:pPr marL="2673000" lvl="2" indent="-534600" algn="l" defTabSz="2138400">
              <a:lnSpc>
                <a:spcPct val="90000"/>
              </a:lnSpc>
              <a:spcBef>
                <a:spcPts val="1168"/>
              </a:spcBef>
              <a:buClr>
                <a:srgbClr val="000000"/>
              </a:buClr>
              <a:buFont typeface="Arial"/>
              <a:buChar char="•"/>
            </a:pPr>
            <a:r>
              <a:rPr lang="en-US" sz="5610" b="0" u="none" strike="noStrike">
                <a:solidFill>
                  <a:schemeClr val="dk1"/>
                </a:solidFill>
                <a:effectLst/>
                <a:uFillTx/>
                <a:latin typeface="Aptos"/>
              </a:rPr>
              <a:t>Third level</a:t>
            </a:r>
            <a:endParaRPr lang="en-US" sz="5610" b="0" u="none" strike="noStrike">
              <a:solidFill>
                <a:schemeClr val="dk1"/>
              </a:solidFill>
              <a:effectLst/>
              <a:uFillTx/>
              <a:latin typeface="Aptos"/>
            </a:endParaRPr>
          </a:p>
          <a:p>
            <a:pPr marL="3742200" lvl="3" indent="-534600" algn="l" defTabSz="2138400">
              <a:lnSpc>
                <a:spcPct val="90000"/>
              </a:lnSpc>
              <a:spcBef>
                <a:spcPts val="1168"/>
              </a:spcBef>
              <a:buClr>
                <a:srgbClr val="000000"/>
              </a:buClr>
              <a:buFont typeface="Arial"/>
              <a:buChar char="•"/>
            </a:pPr>
            <a:r>
              <a:rPr lang="en-US" sz="4670" b="0" u="none" strike="noStrike">
                <a:solidFill>
                  <a:schemeClr val="dk1"/>
                </a:solidFill>
                <a:effectLst/>
                <a:uFillTx/>
                <a:latin typeface="Aptos"/>
              </a:rPr>
              <a:t>Fourth level</a:t>
            </a:r>
            <a:endParaRPr lang="en-US" sz="4670" b="0" u="none" strike="noStrike">
              <a:solidFill>
                <a:schemeClr val="dk1"/>
              </a:solidFill>
              <a:effectLst/>
              <a:uFillTx/>
              <a:latin typeface="Aptos"/>
            </a:endParaRPr>
          </a:p>
          <a:p>
            <a:pPr marL="4811400" lvl="4" indent="-534600" algn="l" defTabSz="2138400">
              <a:lnSpc>
                <a:spcPct val="90000"/>
              </a:lnSpc>
              <a:spcBef>
                <a:spcPts val="1168"/>
              </a:spcBef>
              <a:buClr>
                <a:srgbClr val="000000"/>
              </a:buClr>
              <a:buFont typeface="Arial"/>
              <a:buChar char="•"/>
            </a:pPr>
            <a:r>
              <a:rPr lang="en-US" sz="4670" b="0" u="none" strike="noStrike">
                <a:solidFill>
                  <a:schemeClr val="dk1"/>
                </a:solidFill>
                <a:effectLst/>
                <a:uFillTx/>
                <a:latin typeface="Aptos"/>
              </a:rPr>
              <a:t>Fifth level</a:t>
            </a:r>
            <a:endParaRPr lang="en-US" sz="4670" b="0" u="none" strike="noStrike">
              <a:solidFill>
                <a:schemeClr val="dk1"/>
              </a:solidFill>
              <a:effectLst/>
              <a:uFillTx/>
              <a:latin typeface="Aptos"/>
            </a:endParaRPr>
          </a:p>
        </p:txBody>
      </p:sp>
      <p:sp>
        <p:nvSpPr>
          <p:cNvPr id="59" name="PlaceHolder 3"/>
          <p:cNvSpPr>
            <a:spLocks noGrp="1"/>
          </p:cNvSpPr>
          <p:nvPr>
            <p:ph type="body"/>
          </p:nvPr>
        </p:nvSpPr>
        <p:spPr>
          <a:xfrm>
            <a:off x="1472760" y="9082440"/>
            <a:ext cx="6896520" cy="16826040"/>
          </a:xfrm>
          <a:prstGeom prst="rect">
            <a:avLst/>
          </a:prstGeom>
          <a:noFill/>
          <a:ln w="0">
            <a:noFill/>
          </a:ln>
        </p:spPr>
        <p:txBody>
          <a:bodyPr lIns="91440" tIns="45720" rIns="91440" bIns="45720" anchor="t">
            <a:noAutofit/>
          </a:bodyPr>
          <a:lstStyle>
            <a:lvl1pPr indent="0" algn="l" defTabSz="2138400">
              <a:lnSpc>
                <a:spcPct val="90000"/>
              </a:lnSpc>
              <a:spcBef>
                <a:spcPts val="2339"/>
              </a:spcBef>
              <a:buNone/>
              <a:tabLst>
                <a:tab pos="0" algn="l"/>
              </a:tabLst>
              <a:defRPr lang="en-US" sz="3740" b="0" u="none" strike="noStrike">
                <a:solidFill>
                  <a:schemeClr val="dk1"/>
                </a:solidFill>
                <a:effectLst/>
                <a:uFillTx/>
                <a:latin typeface="Aptos"/>
              </a:defRPr>
            </a:lvl1pPr>
          </a:lstStyle>
          <a:p>
            <a:pPr indent="0" algn="l" defTabSz="2138400">
              <a:lnSpc>
                <a:spcPct val="90000"/>
              </a:lnSpc>
              <a:spcBef>
                <a:spcPts val="2339"/>
              </a:spcBef>
              <a:buNone/>
              <a:tabLst>
                <a:tab pos="0" algn="l"/>
              </a:tabLst>
            </a:pPr>
            <a:r>
              <a:rPr lang="en-US" sz="3740" b="0" u="none" strike="noStrike">
                <a:solidFill>
                  <a:schemeClr val="dk1"/>
                </a:solidFill>
                <a:effectLst/>
                <a:uFillTx/>
                <a:latin typeface="Aptos"/>
              </a:rPr>
              <a:t>Click to edit Master text styles</a:t>
            </a:r>
            <a:endParaRPr lang="en-US" sz="3740" b="0" u="none" strike="noStrike">
              <a:solidFill>
                <a:schemeClr val="dk1"/>
              </a:solidFill>
              <a:effectLst/>
              <a:uFillTx/>
              <a:latin typeface="Aptos"/>
            </a:endParaRPr>
          </a:p>
        </p:txBody>
      </p:sp>
      <p:sp>
        <p:nvSpPr>
          <p:cNvPr id="60" name="PlaceHolder 4"/>
          <p:cNvSpPr>
            <a:spLocks noGrp="1"/>
          </p:cNvSpPr>
          <p:nvPr>
            <p:ph type="dt" idx="28"/>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61" name="PlaceHolder 5"/>
          <p:cNvSpPr>
            <a:spLocks noGrp="1"/>
          </p:cNvSpPr>
          <p:nvPr>
            <p:ph type="ftr" idx="29"/>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2" name="PlaceHolder 6"/>
          <p:cNvSpPr>
            <a:spLocks noGrp="1"/>
          </p:cNvSpPr>
          <p:nvPr>
            <p:ph type="sldNum" idx="30"/>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E71ABC85-580B-4929-A982-26FA968BF6A9}"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pic>
        <p:nvPicPr>
          <p:cNvPr id="63" name="Picture 7"/>
          <p:cNvPicPr/>
          <p:nvPr/>
        </p:nvPicPr>
        <p:blipFill>
          <a:blip r:embed="rId2"/>
          <a:stretch/>
        </p:blipFill>
        <p:spPr>
          <a:xfrm>
            <a:off x="1080" y="360"/>
            <a:ext cx="21381120" cy="30273840"/>
          </a:xfrm>
          <a:prstGeom prst="rect">
            <a:avLst/>
          </a:prstGeom>
          <a:noFill/>
          <a:ln w="0">
            <a:noFill/>
          </a:ln>
        </p:spPr>
      </p:pic>
      <p:sp>
        <p:nvSpPr>
          <p:cNvPr id="64" name="PlaceHolder 1"/>
          <p:cNvSpPr>
            <a:spLocks noGrp="1"/>
          </p:cNvSpPr>
          <p:nvPr>
            <p:ph type="title"/>
          </p:nvPr>
        </p:nvSpPr>
        <p:spPr>
          <a:xfrm>
            <a:off x="1472760" y="2018520"/>
            <a:ext cx="6896520" cy="7063920"/>
          </a:xfrm>
          <a:prstGeom prst="rect">
            <a:avLst/>
          </a:prstGeom>
          <a:noFill/>
          <a:ln w="0">
            <a:noFill/>
          </a:ln>
        </p:spPr>
        <p:txBody>
          <a:bodyPr lIns="91440" tIns="45720" rIns="91440" bIns="45720" anchor="b">
            <a:noAutofit/>
          </a:bodyPr>
          <a:lstStyle>
            <a:lvl1pPr indent="0" algn="l" defTabSz="2138400">
              <a:lnSpc>
                <a:spcPct val="90000"/>
              </a:lnSpc>
              <a:buNone/>
              <a:defRPr lang="en-US" sz="7490" b="0" u="none" strike="noStrike">
                <a:solidFill>
                  <a:schemeClr val="dk1"/>
                </a:solidFill>
                <a:effectLst/>
                <a:uFillTx/>
                <a:latin typeface="Aptos Display"/>
              </a:defRPr>
            </a:lvl1pPr>
          </a:lstStyle>
          <a:p>
            <a:pPr indent="0" algn="l" defTabSz="2138400">
              <a:lnSpc>
                <a:spcPct val="90000"/>
              </a:lnSpc>
              <a:buNone/>
            </a:pPr>
            <a:r>
              <a:rPr lang="en-US" sz="7490" b="0" u="none" strike="noStrike">
                <a:solidFill>
                  <a:schemeClr val="dk1"/>
                </a:solidFill>
                <a:effectLst/>
                <a:uFillTx/>
                <a:latin typeface="Aptos Display"/>
              </a:rPr>
              <a:t>Click to edit Master title style</a:t>
            </a:r>
            <a:endParaRPr lang="en-US" sz="7490" b="0" u="none" strike="noStrike">
              <a:solidFill>
                <a:schemeClr val="dk1"/>
              </a:solidFill>
              <a:effectLst/>
              <a:uFillTx/>
              <a:latin typeface="Aptos Display"/>
            </a:endParaRPr>
          </a:p>
        </p:txBody>
      </p:sp>
      <p:sp>
        <p:nvSpPr>
          <p:cNvPr id="65" name="PlaceHolder 2"/>
          <p:cNvSpPr>
            <a:spLocks noGrp="1"/>
          </p:cNvSpPr>
          <p:nvPr>
            <p:ph type="body"/>
          </p:nvPr>
        </p:nvSpPr>
        <p:spPr>
          <a:xfrm>
            <a:off x="9090720" y="4359240"/>
            <a:ext cx="10825200" cy="2151468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7490" b="0" u="none" strike="noStrike">
                <a:solidFill>
                  <a:schemeClr val="dk1"/>
                </a:solidFill>
                <a:effectLst/>
                <a:uFillTx/>
                <a:latin typeface="Aptos"/>
              </a:defRPr>
            </a:lvl1pPr>
          </a:lstStyle>
          <a:p>
            <a:pPr indent="0" algn="l" defTabSz="457200">
              <a:lnSpc>
                <a:spcPct val="100000"/>
              </a:lnSpc>
              <a:buNone/>
              <a:tabLst>
                <a:tab pos="0" algn="l"/>
              </a:tabLst>
            </a:pPr>
            <a:r>
              <a:rPr lang="en-US" sz="7490" b="0" u="none" strike="noStrike">
                <a:solidFill>
                  <a:schemeClr val="dk1"/>
                </a:solidFill>
                <a:effectLst/>
                <a:uFillTx/>
                <a:latin typeface="Aptos"/>
              </a:rPr>
              <a:t>Click icon to add picture</a:t>
            </a:r>
            <a:endParaRPr lang="en-US" sz="7490" b="0" u="none" strike="noStrike">
              <a:solidFill>
                <a:schemeClr val="dk1"/>
              </a:solidFill>
              <a:effectLst/>
              <a:uFillTx/>
              <a:latin typeface="Aptos"/>
            </a:endParaRPr>
          </a:p>
        </p:txBody>
      </p:sp>
      <p:sp>
        <p:nvSpPr>
          <p:cNvPr id="66" name="PlaceHolder 3"/>
          <p:cNvSpPr>
            <a:spLocks noGrp="1"/>
          </p:cNvSpPr>
          <p:nvPr>
            <p:ph type="body"/>
          </p:nvPr>
        </p:nvSpPr>
        <p:spPr>
          <a:xfrm>
            <a:off x="1472760" y="9082440"/>
            <a:ext cx="6896520" cy="16826040"/>
          </a:xfrm>
          <a:prstGeom prst="rect">
            <a:avLst/>
          </a:prstGeom>
          <a:noFill/>
          <a:ln w="0">
            <a:noFill/>
          </a:ln>
        </p:spPr>
        <p:txBody>
          <a:bodyPr lIns="91440" tIns="45720" rIns="91440" bIns="45720" anchor="t">
            <a:noAutofit/>
          </a:bodyPr>
          <a:lstStyle>
            <a:lvl1pPr indent="0" algn="l" defTabSz="2138400">
              <a:lnSpc>
                <a:spcPct val="90000"/>
              </a:lnSpc>
              <a:spcBef>
                <a:spcPts val="2339"/>
              </a:spcBef>
              <a:buNone/>
              <a:tabLst>
                <a:tab pos="0" algn="l"/>
              </a:tabLst>
              <a:defRPr lang="en-US" sz="3740" b="0" u="none" strike="noStrike">
                <a:solidFill>
                  <a:schemeClr val="dk1"/>
                </a:solidFill>
                <a:effectLst/>
                <a:uFillTx/>
                <a:latin typeface="Aptos"/>
              </a:defRPr>
            </a:lvl1pPr>
          </a:lstStyle>
          <a:p>
            <a:pPr indent="0" algn="l" defTabSz="2138400">
              <a:lnSpc>
                <a:spcPct val="90000"/>
              </a:lnSpc>
              <a:spcBef>
                <a:spcPts val="2339"/>
              </a:spcBef>
              <a:buNone/>
              <a:tabLst>
                <a:tab pos="0" algn="l"/>
              </a:tabLst>
            </a:pPr>
            <a:r>
              <a:rPr lang="en-US" sz="3740" b="0" u="none" strike="noStrike">
                <a:solidFill>
                  <a:schemeClr val="dk1"/>
                </a:solidFill>
                <a:effectLst/>
                <a:uFillTx/>
                <a:latin typeface="Aptos"/>
              </a:rPr>
              <a:t>Click to edit Master text styles</a:t>
            </a:r>
            <a:endParaRPr lang="en-US" sz="3740" b="0" u="none" strike="noStrike">
              <a:solidFill>
                <a:schemeClr val="dk1"/>
              </a:solidFill>
              <a:effectLst/>
              <a:uFillTx/>
              <a:latin typeface="Aptos"/>
            </a:endParaRPr>
          </a:p>
        </p:txBody>
      </p:sp>
      <p:sp>
        <p:nvSpPr>
          <p:cNvPr id="67" name="PlaceHolder 4"/>
          <p:cNvSpPr>
            <a:spLocks noGrp="1"/>
          </p:cNvSpPr>
          <p:nvPr>
            <p:ph type="dt" idx="31"/>
          </p:nvPr>
        </p:nvSpPr>
        <p:spPr>
          <a:xfrm>
            <a:off x="1470240" y="28060560"/>
            <a:ext cx="4811040" cy="1611360"/>
          </a:xfrm>
          <a:prstGeom prst="rect">
            <a:avLst/>
          </a:prstGeom>
          <a:noFill/>
          <a:ln w="0">
            <a:noFill/>
          </a:ln>
        </p:spPr>
        <p:txBody>
          <a:bodyPr lIns="91440" tIns="45720" rIns="91440" bIns="45720" anchor="ctr">
            <a:noAutofit/>
          </a:bodyPr>
          <a:lstStyle>
            <a:lvl1pPr indent="0" algn="l" defTabSz="457200">
              <a:lnSpc>
                <a:spcPct val="100000"/>
              </a:lnSpc>
              <a:buNone/>
              <a:defRPr lang="en-MY" sz="2810" b="0" u="none" strike="noStrike">
                <a:solidFill>
                  <a:schemeClr val="dk1">
                    <a:tint val="82000"/>
                  </a:schemeClr>
                </a:solidFill>
                <a:effectLst/>
                <a:uFillTx/>
                <a:latin typeface="Aptos"/>
              </a:defRPr>
            </a:lvl1pPr>
          </a:lstStyle>
          <a:p>
            <a:pPr indent="0" algn="l" defTabSz="457200">
              <a:lnSpc>
                <a:spcPct val="100000"/>
              </a:lnSpc>
              <a:buNone/>
            </a:pPr>
            <a:r>
              <a:rPr lang="en-MY" sz="2810" b="0" u="none" strike="noStrike">
                <a:solidFill>
                  <a:schemeClr val="dk1">
                    <a:tint val="82000"/>
                  </a:schemeClr>
                </a:solidFill>
                <a:effectLst/>
                <a:uFillTx/>
                <a:latin typeface="Aptos"/>
              </a:rPr>
              <a:t>&lt;date/time&gt;</a:t>
            </a:r>
            <a:endParaRPr lang="en-US" sz="2810" b="0" u="none" strike="noStrike">
              <a:solidFill>
                <a:srgbClr val="000000"/>
              </a:solidFill>
              <a:effectLst/>
              <a:uFillTx/>
              <a:latin typeface="Times New Roman"/>
            </a:endParaRPr>
          </a:p>
        </p:txBody>
      </p:sp>
      <p:sp>
        <p:nvSpPr>
          <p:cNvPr id="68" name="PlaceHolder 5"/>
          <p:cNvSpPr>
            <a:spLocks noGrp="1"/>
          </p:cNvSpPr>
          <p:nvPr>
            <p:ph type="ftr" idx="32"/>
          </p:nvPr>
        </p:nvSpPr>
        <p:spPr>
          <a:xfrm>
            <a:off x="7083360" y="28060560"/>
            <a:ext cx="7216560" cy="161136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9" name="PlaceHolder 6"/>
          <p:cNvSpPr>
            <a:spLocks noGrp="1"/>
          </p:cNvSpPr>
          <p:nvPr>
            <p:ph type="sldNum" idx="33"/>
          </p:nvPr>
        </p:nvSpPr>
        <p:spPr>
          <a:xfrm>
            <a:off x="15102360" y="28060560"/>
            <a:ext cx="4811040" cy="1611360"/>
          </a:xfrm>
          <a:prstGeom prst="rect">
            <a:avLst/>
          </a:prstGeom>
          <a:noFill/>
          <a:ln w="0">
            <a:noFill/>
          </a:ln>
        </p:spPr>
        <p:txBody>
          <a:bodyPr lIns="91440" tIns="45720" rIns="91440" bIns="45720" anchor="ctr">
            <a:noAutofit/>
          </a:bodyPr>
          <a:lstStyle>
            <a:lvl1pPr indent="0" algn="r" defTabSz="457200">
              <a:lnSpc>
                <a:spcPct val="100000"/>
              </a:lnSpc>
              <a:buNone/>
              <a:defRPr lang="en-MY" sz="2810" b="0" u="none" strike="noStrike">
                <a:solidFill>
                  <a:schemeClr val="dk1">
                    <a:tint val="82000"/>
                  </a:schemeClr>
                </a:solidFill>
                <a:effectLst/>
                <a:uFillTx/>
                <a:latin typeface="Aptos"/>
              </a:defRPr>
            </a:lvl1pPr>
          </a:lstStyle>
          <a:p>
            <a:pPr indent="0" algn="r" defTabSz="457200">
              <a:lnSpc>
                <a:spcPct val="100000"/>
              </a:lnSpc>
              <a:buNone/>
            </a:pPr>
            <a:fld id="{6DAAA6AB-A1A0-4BDD-A265-AC4BA9E30B4C}" type="slidenum">
              <a:rPr lang="en-MY" sz="2810" b="0" u="none" strike="noStrike">
                <a:solidFill>
                  <a:schemeClr val="dk1">
                    <a:tint val="82000"/>
                  </a:schemeClr>
                </a:solidFill>
                <a:effectLst/>
                <a:uFillTx/>
                <a:latin typeface="Aptos"/>
              </a:rPr>
              <a:t>&lt;number&gt;</a:t>
            </a:fld>
            <a:endParaRPr lang="en-US" sz="281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3573360" y="3513240"/>
            <a:ext cx="14443560" cy="1744200"/>
          </a:xfrm>
          <a:prstGeom prst="rect">
            <a:avLst/>
          </a:prstGeom>
          <a:noFill/>
          <a:ln w="0">
            <a:noFill/>
          </a:ln>
        </p:spPr>
        <p:txBody>
          <a:bodyPr lIns="91440" tIns="45720" rIns="91440" bIns="45720" anchor="t">
            <a:normAutofit/>
          </a:bodyPr>
          <a:p>
            <a:pPr indent="0" algn="l" defTabSz="2138400">
              <a:lnSpc>
                <a:spcPct val="90000"/>
              </a:lnSpc>
              <a:buNone/>
            </a:pPr>
            <a:r>
              <a:rPr lang="en-US" sz="6000" b="1" u="none" strike="noStrike">
                <a:solidFill>
                  <a:schemeClr val="lt1"/>
                </a:solidFill>
                <a:effectLst/>
                <a:uFillTx/>
                <a:latin typeface="Arial"/>
              </a:rPr>
              <a:t>Please insert your title of project here.</a:t>
            </a:r>
            <a:endParaRPr lang="en-US" sz="6000" b="0" u="none" strike="noStrike">
              <a:solidFill>
                <a:schemeClr val="dk1"/>
              </a:solidFill>
              <a:effectLst/>
              <a:uFillTx/>
              <a:latin typeface="Aptos Display"/>
            </a:endParaRPr>
          </a:p>
        </p:txBody>
      </p:sp>
      <p:sp>
        <p:nvSpPr>
          <p:cNvPr id="71" name="Rectangle: Rounded Corners 3"/>
          <p:cNvSpPr/>
          <p:nvPr/>
        </p:nvSpPr>
        <p:spPr>
          <a:xfrm>
            <a:off x="506520" y="6675120"/>
            <a:ext cx="10237680" cy="5897520"/>
          </a:xfrm>
          <a:prstGeom prst="roundRect">
            <a:avLst>
              <a:gd name="adj" fmla="val 6555"/>
            </a:avLst>
          </a:prstGeom>
          <a:solidFill>
            <a:schemeClr val="bg1">
              <a:lumMod val="95000"/>
            </a:schemeClr>
          </a:solidFill>
          <a:ln w="38100">
            <a:solidFill>
              <a:srgbClr val="00645C"/>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MY" sz="1800" b="0" u="none" strike="noStrike">
              <a:solidFill>
                <a:schemeClr val="lt1"/>
              </a:solidFill>
              <a:effectLst/>
              <a:uFillTx/>
              <a:latin typeface="Aptos"/>
            </a:endParaRPr>
          </a:p>
        </p:txBody>
      </p:sp>
      <p:sp>
        <p:nvSpPr>
          <p:cNvPr id="72" name="TextBox 4"/>
          <p:cNvSpPr/>
          <p:nvPr/>
        </p:nvSpPr>
        <p:spPr>
          <a:xfrm>
            <a:off x="887400" y="6945840"/>
            <a:ext cx="2500920" cy="52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chemeClr val="dk1">
                    <a:lumMod val="75000"/>
                    <a:lumOff val="25000"/>
                  </a:schemeClr>
                </a:solidFill>
                <a:effectLst/>
                <a:uFillTx/>
                <a:latin typeface="Arial"/>
              </a:rPr>
              <a:t>Abstract</a:t>
            </a:r>
            <a:endParaRPr lang="en-US" sz="2800" b="0" u="none" strike="noStrike">
              <a:solidFill>
                <a:srgbClr val="FFFFFF"/>
              </a:solidFill>
              <a:effectLst/>
              <a:uFillTx/>
              <a:latin typeface="Arial"/>
            </a:endParaRPr>
          </a:p>
        </p:txBody>
      </p:sp>
      <p:sp>
        <p:nvSpPr>
          <p:cNvPr id="73" name="PlaceHolder 2"/>
          <p:cNvSpPr>
            <a:spLocks noGrp="1"/>
          </p:cNvSpPr>
          <p:nvPr>
            <p:ph type="subTitle"/>
          </p:nvPr>
        </p:nvSpPr>
        <p:spPr>
          <a:xfrm>
            <a:off x="887400" y="7468560"/>
            <a:ext cx="8901720" cy="4505400"/>
          </a:xfrm>
          <a:prstGeom prst="rect">
            <a:avLst/>
          </a:prstGeom>
          <a:noFill/>
          <a:ln w="0">
            <a:noFill/>
          </a:ln>
        </p:spPr>
        <p:txBody>
          <a:bodyPr lIns="91440" tIns="45720" rIns="91440" bIns="45720" anchor="t">
            <a:noAutofit/>
          </a:bodyPr>
          <a:p>
            <a:pPr indent="0" algn="just" defTabSz="2138400">
              <a:lnSpc>
                <a:spcPct val="90000"/>
              </a:lnSpc>
              <a:spcBef>
                <a:spcPts val="1191"/>
              </a:spcBef>
              <a:spcAft>
                <a:spcPts val="992"/>
              </a:spcAft>
              <a:buNone/>
              <a:tabLst>
                <a:tab pos="0" algn="l"/>
              </a:tabLst>
            </a:pPr>
            <a:r>
              <a:rPr lang="en-MY" sz="3000" b="0" u="none" strike="noStrike">
                <a:solidFill>
                  <a:schemeClr val="dk1">
                    <a:lumMod val="85000"/>
                    <a:lumOff val="15000"/>
                  </a:schemeClr>
                </a:solidFill>
                <a:effectLst/>
                <a:uFillTx/>
                <a:latin typeface="Times New Roman"/>
              </a:rPr>
              <a:t>myMove is a smart parking system designed to make finding parking and handling blocked vehicles easier. The system provides real-time parking availability, digital booking and payment, and QR-based communication between vehicle owners. By combining mobile technology, smart sensors, and privacy-focused communication, myMove aims to provide a simpler and more convenient parking experience.</a:t>
            </a:r>
            <a:endParaRPr lang="en-US" sz="3000" b="0" u="none" strike="noStrike">
              <a:solidFill>
                <a:schemeClr val="dk1"/>
              </a:solidFill>
              <a:effectLst/>
              <a:uFillTx/>
              <a:latin typeface="Aptos"/>
            </a:endParaRPr>
          </a:p>
          <a:p>
            <a:pPr indent="0" algn="just" defTabSz="2138400">
              <a:lnSpc>
                <a:spcPct val="90000"/>
              </a:lnSpc>
              <a:spcBef>
                <a:spcPts val="2339"/>
              </a:spcBef>
              <a:buNone/>
              <a:tabLst>
                <a:tab pos="0" algn="l"/>
              </a:tabLst>
            </a:pPr>
            <a:endParaRPr lang="en-US" sz="3000" b="0" u="none" strike="noStrike">
              <a:solidFill>
                <a:schemeClr val="dk1"/>
              </a:solidFill>
              <a:effectLst/>
              <a:uFillTx/>
              <a:latin typeface="Aptos"/>
            </a:endParaRPr>
          </a:p>
        </p:txBody>
      </p:sp>
      <p:sp>
        <p:nvSpPr>
          <p:cNvPr id="74" name="Rectangle: Rounded Corners 5"/>
          <p:cNvSpPr/>
          <p:nvPr/>
        </p:nvSpPr>
        <p:spPr>
          <a:xfrm>
            <a:off x="11233800" y="6675120"/>
            <a:ext cx="9642960" cy="5897520"/>
          </a:xfrm>
          <a:prstGeom prst="roundRect">
            <a:avLst>
              <a:gd name="adj" fmla="val 6555"/>
            </a:avLst>
          </a:prstGeom>
          <a:solidFill>
            <a:schemeClr val="bg1">
              <a:lumMod val="95000"/>
            </a:schemeClr>
          </a:solidFill>
          <a:ln w="38100">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MY" sz="1800" b="0" u="none" strike="noStrike">
              <a:solidFill>
                <a:schemeClr val="lt1"/>
              </a:solidFill>
              <a:effectLst/>
              <a:uFillTx/>
              <a:latin typeface="Aptos"/>
            </a:endParaRPr>
          </a:p>
        </p:txBody>
      </p:sp>
      <p:sp>
        <p:nvSpPr>
          <p:cNvPr id="75" name="TextBox 6"/>
          <p:cNvSpPr/>
          <p:nvPr/>
        </p:nvSpPr>
        <p:spPr>
          <a:xfrm>
            <a:off x="11541600" y="6953400"/>
            <a:ext cx="2500920" cy="52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chemeClr val="dk1">
                    <a:lumMod val="75000"/>
                    <a:lumOff val="25000"/>
                  </a:schemeClr>
                </a:solidFill>
                <a:effectLst/>
                <a:uFillTx/>
                <a:latin typeface="Arial"/>
              </a:rPr>
              <a:t>Objective</a:t>
            </a:r>
            <a:endParaRPr lang="en-US" sz="2800" b="0" u="none" strike="noStrike">
              <a:solidFill>
                <a:srgbClr val="FFFFFF"/>
              </a:solidFill>
              <a:effectLst/>
              <a:uFillTx/>
              <a:latin typeface="Arial"/>
            </a:endParaRPr>
          </a:p>
        </p:txBody>
      </p:sp>
      <p:sp>
        <p:nvSpPr>
          <p:cNvPr id="76" name="Subtitle 2"/>
          <p:cNvSpPr/>
          <p:nvPr/>
        </p:nvSpPr>
        <p:spPr>
          <a:xfrm>
            <a:off x="11604600" y="7686360"/>
            <a:ext cx="8901720" cy="4505400"/>
          </a:xfrm>
          <a:prstGeom prst="rect">
            <a:avLst/>
          </a:prstGeom>
          <a:noFill/>
          <a:ln w="0">
            <a:noFill/>
          </a:ln>
        </p:spPr>
        <p:style>
          <a:lnRef idx="0"/>
          <a:fillRef idx="0"/>
          <a:effectRef idx="0"/>
          <a:fontRef idx="minor"/>
        </p:style>
        <p:txBody>
          <a:bodyPr anchor="t">
            <a:noAutofit/>
          </a:bodyPr>
          <a:p>
            <a:pPr algn="just" defTabSz="2138400">
              <a:lnSpc>
                <a:spcPct val="90000"/>
              </a:lnSpc>
              <a:spcBef>
                <a:spcPts val="2339"/>
              </a:spcBef>
              <a:tabLst>
                <a:tab pos="0" algn="l"/>
              </a:tabLst>
            </a:pPr>
            <a:r>
              <a:rPr lang="en-MY" sz="3000" b="0" u="none" strike="noStrike">
                <a:solidFill>
                  <a:schemeClr val="dk1">
                    <a:lumMod val="85000"/>
                    <a:lumOff val="15000"/>
                  </a:schemeClr>
                </a:solidFill>
                <a:effectLst/>
                <a:uFillTx/>
                <a:latin typeface="Arial"/>
              </a:rPr>
              <a:t>Lorem ipsum dolor sit amet. Et deserunt illo in amet consequuntur id eaque voluptas ut tenetur repellat in dolorum consequatur aut quia rerum nam autem quae. Est aliquid deserunt aut nemo recusandae aut minima laborum ut repudiandae maxime aut nesciunt saepe ea suscipit porro. Id internos adipisci qui eligendi suscipit cum voluptatem sapiente aut obcaecati autem et tenetur accusantium quo ipsum blanditiis ut corrupti exercitationem.</a:t>
            </a:r>
            <a:endParaRPr lang="en-US" sz="3000" b="0" u="none" strike="noStrike">
              <a:solidFill>
                <a:srgbClr val="FFFFFF"/>
              </a:solidFill>
              <a:effectLst/>
              <a:uFillTx/>
              <a:latin typeface="Arial"/>
            </a:endParaRPr>
          </a:p>
        </p:txBody>
      </p:sp>
      <p:sp>
        <p:nvSpPr>
          <p:cNvPr id="77" name="Rectangle: Rounded Corners 8"/>
          <p:cNvSpPr/>
          <p:nvPr/>
        </p:nvSpPr>
        <p:spPr>
          <a:xfrm>
            <a:off x="506520" y="12843720"/>
            <a:ext cx="10237680" cy="7891560"/>
          </a:xfrm>
          <a:prstGeom prst="roundRect">
            <a:avLst>
              <a:gd name="adj" fmla="val 6555"/>
            </a:avLst>
          </a:prstGeom>
          <a:solidFill>
            <a:schemeClr val="bg1">
              <a:lumMod val="95000"/>
            </a:schemeClr>
          </a:solidFill>
          <a:ln w="38100">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MY" sz="1800" b="0" u="none" strike="noStrike">
              <a:solidFill>
                <a:schemeClr val="lt1"/>
              </a:solidFill>
              <a:effectLst/>
              <a:uFillTx/>
              <a:latin typeface="Aptos"/>
            </a:endParaRPr>
          </a:p>
        </p:txBody>
      </p:sp>
      <p:sp>
        <p:nvSpPr>
          <p:cNvPr id="78" name="TextBox 9"/>
          <p:cNvSpPr/>
          <p:nvPr/>
        </p:nvSpPr>
        <p:spPr>
          <a:xfrm>
            <a:off x="887400" y="13160880"/>
            <a:ext cx="2500920" cy="52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chemeClr val="dk1">
                    <a:lumMod val="75000"/>
                    <a:lumOff val="25000"/>
                  </a:schemeClr>
                </a:solidFill>
                <a:effectLst/>
                <a:uFillTx/>
                <a:latin typeface="Arial"/>
              </a:rPr>
              <a:t>Method</a:t>
            </a:r>
            <a:endParaRPr lang="en-US" sz="2800" b="0" u="none" strike="noStrike">
              <a:solidFill>
                <a:srgbClr val="FFFFFF"/>
              </a:solidFill>
              <a:effectLst/>
              <a:uFillTx/>
              <a:latin typeface="Arial"/>
            </a:endParaRPr>
          </a:p>
        </p:txBody>
      </p:sp>
      <p:sp>
        <p:nvSpPr>
          <p:cNvPr id="79" name="Rectangle: Rounded Corners 10"/>
          <p:cNvSpPr/>
          <p:nvPr/>
        </p:nvSpPr>
        <p:spPr>
          <a:xfrm>
            <a:off x="11233800" y="12843720"/>
            <a:ext cx="9642960" cy="7891560"/>
          </a:xfrm>
          <a:prstGeom prst="roundRect">
            <a:avLst>
              <a:gd name="adj" fmla="val 6555"/>
            </a:avLst>
          </a:prstGeom>
          <a:solidFill>
            <a:schemeClr val="bg1">
              <a:lumMod val="95000"/>
            </a:schemeClr>
          </a:solidFill>
          <a:ln w="38100">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MY" sz="1800" b="0" u="none" strike="noStrike">
              <a:solidFill>
                <a:schemeClr val="lt1"/>
              </a:solidFill>
              <a:effectLst/>
              <a:uFillTx/>
              <a:latin typeface="Aptos"/>
            </a:endParaRPr>
          </a:p>
        </p:txBody>
      </p:sp>
      <p:sp>
        <p:nvSpPr>
          <p:cNvPr id="80" name="TextBox 11"/>
          <p:cNvSpPr/>
          <p:nvPr/>
        </p:nvSpPr>
        <p:spPr>
          <a:xfrm>
            <a:off x="11614680" y="13160880"/>
            <a:ext cx="4120920" cy="52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chemeClr val="dk1">
                    <a:lumMod val="75000"/>
                    <a:lumOff val="25000"/>
                  </a:schemeClr>
                </a:solidFill>
                <a:effectLst/>
                <a:uFillTx/>
                <a:latin typeface="Arial"/>
              </a:rPr>
              <a:t>Comparative Study</a:t>
            </a:r>
            <a:endParaRPr lang="en-US" sz="2800" b="0" u="none" strike="noStrike">
              <a:solidFill>
                <a:srgbClr val="FFFFFF"/>
              </a:solidFill>
              <a:effectLst/>
              <a:uFillTx/>
              <a:latin typeface="Arial"/>
            </a:endParaRPr>
          </a:p>
        </p:txBody>
      </p:sp>
      <p:sp>
        <p:nvSpPr>
          <p:cNvPr id="81" name="Rectangle: Rounded Corners 12"/>
          <p:cNvSpPr/>
          <p:nvPr/>
        </p:nvSpPr>
        <p:spPr>
          <a:xfrm>
            <a:off x="506520" y="21006720"/>
            <a:ext cx="10237680" cy="7552080"/>
          </a:xfrm>
          <a:prstGeom prst="roundRect">
            <a:avLst>
              <a:gd name="adj" fmla="val 6555"/>
            </a:avLst>
          </a:prstGeom>
          <a:solidFill>
            <a:schemeClr val="bg1">
              <a:lumMod val="95000"/>
            </a:schemeClr>
          </a:solidFill>
          <a:ln w="38100">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457200">
              <a:lnSpc>
                <a:spcPct val="100000"/>
              </a:lnSpc>
            </a:pPr>
            <a:r>
              <a:rPr lang="en-MY" sz="1800" b="0" u="none" strike="noStrike">
                <a:solidFill>
                  <a:schemeClr val="lt1"/>
                </a:solidFill>
                <a:effectLst/>
                <a:uFillTx/>
                <a:latin typeface="Aptos"/>
              </a:rPr>
              <a:t>    </a:t>
            </a:r>
            <a:endParaRPr lang="en-US" sz="1800" b="0" u="none" strike="noStrike">
              <a:solidFill>
                <a:srgbClr val="000000"/>
              </a:solidFill>
              <a:effectLst/>
              <a:uFillTx/>
              <a:latin typeface="Arial"/>
            </a:endParaRPr>
          </a:p>
        </p:txBody>
      </p:sp>
      <p:sp>
        <p:nvSpPr>
          <p:cNvPr id="82" name="TextBox 13"/>
          <p:cNvSpPr/>
          <p:nvPr/>
        </p:nvSpPr>
        <p:spPr>
          <a:xfrm>
            <a:off x="887400" y="21323520"/>
            <a:ext cx="2500920" cy="52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chemeClr val="dk1">
                    <a:lumMod val="75000"/>
                    <a:lumOff val="25000"/>
                  </a:schemeClr>
                </a:solidFill>
                <a:effectLst/>
                <a:uFillTx/>
                <a:latin typeface="Arial"/>
              </a:rPr>
              <a:t>Design</a:t>
            </a:r>
            <a:endParaRPr lang="en-US" sz="2800" b="0" u="none" strike="noStrike">
              <a:solidFill>
                <a:srgbClr val="FFFFFF"/>
              </a:solidFill>
              <a:effectLst/>
              <a:uFillTx/>
              <a:latin typeface="Arial"/>
            </a:endParaRPr>
          </a:p>
        </p:txBody>
      </p:sp>
      <p:sp>
        <p:nvSpPr>
          <p:cNvPr id="83" name="Rectangle: Rounded Corners 14"/>
          <p:cNvSpPr/>
          <p:nvPr/>
        </p:nvSpPr>
        <p:spPr>
          <a:xfrm>
            <a:off x="11233800" y="21006720"/>
            <a:ext cx="9642960" cy="3788280"/>
          </a:xfrm>
          <a:prstGeom prst="roundRect">
            <a:avLst>
              <a:gd name="adj" fmla="val 6555"/>
            </a:avLst>
          </a:prstGeom>
          <a:solidFill>
            <a:schemeClr val="bg1">
              <a:lumMod val="95000"/>
            </a:schemeClr>
          </a:solidFill>
          <a:ln w="38100">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MY" sz="1800" b="0" u="none" strike="noStrike">
              <a:solidFill>
                <a:schemeClr val="lt1"/>
              </a:solidFill>
              <a:effectLst/>
              <a:uFillTx/>
              <a:latin typeface="Aptos"/>
            </a:endParaRPr>
          </a:p>
        </p:txBody>
      </p:sp>
      <p:sp>
        <p:nvSpPr>
          <p:cNvPr id="84" name="TextBox 15"/>
          <p:cNvSpPr/>
          <p:nvPr/>
        </p:nvSpPr>
        <p:spPr>
          <a:xfrm>
            <a:off x="11614680" y="21323520"/>
            <a:ext cx="2500920" cy="52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chemeClr val="dk1">
                    <a:lumMod val="75000"/>
                    <a:lumOff val="25000"/>
                  </a:schemeClr>
                </a:solidFill>
                <a:effectLst/>
                <a:uFillTx/>
                <a:latin typeface="Arial"/>
              </a:rPr>
              <a:t>Result</a:t>
            </a:r>
            <a:endParaRPr lang="en-US" sz="2800" b="0" u="none" strike="noStrike">
              <a:solidFill>
                <a:srgbClr val="FFFFFF"/>
              </a:solidFill>
              <a:effectLst/>
              <a:uFillTx/>
              <a:latin typeface="Arial"/>
            </a:endParaRPr>
          </a:p>
        </p:txBody>
      </p:sp>
      <p:sp>
        <p:nvSpPr>
          <p:cNvPr id="85" name="Rectangle: Rounded Corners 16"/>
          <p:cNvSpPr/>
          <p:nvPr/>
        </p:nvSpPr>
        <p:spPr>
          <a:xfrm>
            <a:off x="11233800" y="25156800"/>
            <a:ext cx="9642960" cy="3214080"/>
          </a:xfrm>
          <a:prstGeom prst="roundRect">
            <a:avLst>
              <a:gd name="adj" fmla="val 6555"/>
            </a:avLst>
          </a:prstGeom>
          <a:solidFill>
            <a:schemeClr val="bg1">
              <a:lumMod val="95000"/>
            </a:schemeClr>
          </a:solidFill>
          <a:ln w="38100">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MY" sz="1800" b="0" u="none" strike="noStrike">
              <a:solidFill>
                <a:schemeClr val="lt1"/>
              </a:solidFill>
              <a:effectLst/>
              <a:uFillTx/>
              <a:latin typeface="Aptos"/>
            </a:endParaRPr>
          </a:p>
        </p:txBody>
      </p:sp>
      <p:sp>
        <p:nvSpPr>
          <p:cNvPr id="86" name="TextBox 17"/>
          <p:cNvSpPr/>
          <p:nvPr/>
        </p:nvSpPr>
        <p:spPr>
          <a:xfrm>
            <a:off x="11614680" y="25473600"/>
            <a:ext cx="2500920" cy="522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chemeClr val="dk1">
                    <a:lumMod val="75000"/>
                    <a:lumOff val="25000"/>
                  </a:schemeClr>
                </a:solidFill>
                <a:effectLst/>
                <a:uFillTx/>
                <a:latin typeface="Arial"/>
              </a:rPr>
              <a:t>Conclusion</a:t>
            </a:r>
            <a:endParaRPr lang="en-US" sz="2800" b="0" u="none" strike="noStrike">
              <a:solidFill>
                <a:srgbClr val="FFFFFF"/>
              </a:solidFill>
              <a:effectLst/>
              <a:uFillTx/>
              <a:latin typeface="Arial"/>
            </a:endParaRPr>
          </a:p>
        </p:txBody>
      </p:sp>
      <p:sp>
        <p:nvSpPr>
          <p:cNvPr id="87" name="Subtitle 2"/>
          <p:cNvSpPr/>
          <p:nvPr/>
        </p:nvSpPr>
        <p:spPr>
          <a:xfrm>
            <a:off x="11614680" y="21846600"/>
            <a:ext cx="8901720" cy="2480400"/>
          </a:xfrm>
          <a:prstGeom prst="rect">
            <a:avLst/>
          </a:prstGeom>
          <a:noFill/>
          <a:ln w="0">
            <a:noFill/>
          </a:ln>
        </p:spPr>
        <p:style>
          <a:lnRef idx="0"/>
          <a:fillRef idx="0"/>
          <a:effectRef idx="0"/>
          <a:fontRef idx="minor"/>
        </p:style>
        <p:txBody>
          <a:bodyPr anchor="t">
            <a:noAutofit/>
          </a:bodyPr>
          <a:p>
            <a:pPr algn="just" defTabSz="2138400">
              <a:lnSpc>
                <a:spcPct val="90000"/>
              </a:lnSpc>
              <a:spcBef>
                <a:spcPts val="2339"/>
              </a:spcBef>
              <a:tabLst>
                <a:tab pos="0" algn="l"/>
              </a:tabLst>
            </a:pPr>
            <a:r>
              <a:rPr lang="en-MY" sz="3000" b="0" u="none" strike="noStrike">
                <a:solidFill>
                  <a:schemeClr val="dk1">
                    <a:lumMod val="85000"/>
                    <a:lumOff val="15000"/>
                  </a:schemeClr>
                </a:solidFill>
                <a:effectLst/>
                <a:uFillTx/>
                <a:latin typeface="Arial"/>
              </a:rPr>
              <a:t>Lorem ipsum dolor sit amet. Et deserunt illo in amet consequuntur id eaque voluptas ut tenetur repellat in dolorum consequatur aut quia rerum nam autem quae. Est aliquid deserunt aut nemo recusandae au.</a:t>
            </a:r>
            <a:endParaRPr lang="en-US" sz="3000" b="0" u="none" strike="noStrike">
              <a:solidFill>
                <a:srgbClr val="FFFFFF"/>
              </a:solidFill>
              <a:effectLst/>
              <a:uFillTx/>
              <a:latin typeface="Arial"/>
            </a:endParaRPr>
          </a:p>
        </p:txBody>
      </p:sp>
      <p:sp>
        <p:nvSpPr>
          <p:cNvPr id="88" name="Subtitle 2"/>
          <p:cNvSpPr/>
          <p:nvPr/>
        </p:nvSpPr>
        <p:spPr>
          <a:xfrm>
            <a:off x="11604600" y="25997040"/>
            <a:ext cx="8901720" cy="2480400"/>
          </a:xfrm>
          <a:prstGeom prst="rect">
            <a:avLst/>
          </a:prstGeom>
          <a:noFill/>
          <a:ln w="0">
            <a:noFill/>
          </a:ln>
        </p:spPr>
        <p:style>
          <a:lnRef idx="0"/>
          <a:fillRef idx="0"/>
          <a:effectRef idx="0"/>
          <a:fontRef idx="minor"/>
        </p:style>
        <p:txBody>
          <a:bodyPr anchor="t">
            <a:noAutofit/>
          </a:bodyPr>
          <a:p>
            <a:pPr algn="just" defTabSz="2138400">
              <a:lnSpc>
                <a:spcPct val="90000"/>
              </a:lnSpc>
              <a:spcBef>
                <a:spcPts val="2339"/>
              </a:spcBef>
              <a:tabLst>
                <a:tab pos="0" algn="l"/>
              </a:tabLst>
            </a:pPr>
            <a:r>
              <a:rPr lang="en-MY" sz="3000" b="0" u="none" strike="noStrike">
                <a:solidFill>
                  <a:schemeClr val="dk1">
                    <a:lumMod val="85000"/>
                    <a:lumOff val="15000"/>
                  </a:schemeClr>
                </a:solidFill>
                <a:effectLst/>
                <a:uFillTx/>
                <a:latin typeface="Arial"/>
              </a:rPr>
              <a:t>Lorem ipsum dolor sit amet. Et deserunt illo in amet consequuntur id eaque voluptas ut tenetur repellat in dolorum consequatur aut quia rerum nam autem quae. Est aliquid deserunt aut nemo recusandae au.</a:t>
            </a:r>
            <a:endParaRPr lang="en-US" sz="3000" b="0" u="none" strike="noStrike">
              <a:solidFill>
                <a:srgbClr val="FFFFFF"/>
              </a:solidFill>
              <a:effectLst/>
              <a:uFillTx/>
              <a:latin typeface="Arial"/>
            </a:endParaRPr>
          </a:p>
        </p:txBody>
      </p:sp>
      <p:sp>
        <p:nvSpPr>
          <p:cNvPr id="89" name="TextBox 20"/>
          <p:cNvSpPr/>
          <p:nvPr/>
        </p:nvSpPr>
        <p:spPr>
          <a:xfrm>
            <a:off x="887400" y="28875960"/>
            <a:ext cx="2500920" cy="47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500" b="1" i="1" u="none" strike="noStrike">
                <a:solidFill>
                  <a:schemeClr val="lt1"/>
                </a:solidFill>
                <a:effectLst/>
                <a:uFillTx/>
                <a:latin typeface="Arial"/>
              </a:rPr>
              <a:t>Name:</a:t>
            </a:r>
            <a:endParaRPr lang="en-US" sz="2500" b="0" u="none" strike="noStrike">
              <a:solidFill>
                <a:srgbClr val="FFFFFF"/>
              </a:solidFill>
              <a:effectLst/>
              <a:uFillTx/>
              <a:latin typeface="Arial"/>
            </a:endParaRPr>
          </a:p>
        </p:txBody>
      </p:sp>
      <p:sp>
        <p:nvSpPr>
          <p:cNvPr id="90" name="TextBox 21"/>
          <p:cNvSpPr/>
          <p:nvPr/>
        </p:nvSpPr>
        <p:spPr>
          <a:xfrm>
            <a:off x="887400" y="29352960"/>
            <a:ext cx="9262080" cy="553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000" b="1" u="none" strike="noStrike">
                <a:solidFill>
                  <a:schemeClr val="lt1"/>
                </a:solidFill>
                <a:effectLst/>
                <a:uFillTx/>
                <a:latin typeface="Arial"/>
              </a:rPr>
              <a:t>Insert your name here</a:t>
            </a:r>
            <a:endParaRPr lang="en-US" sz="3000" b="0" u="none" strike="noStrike">
              <a:solidFill>
                <a:srgbClr val="FFFFFF"/>
              </a:solidFill>
              <a:effectLst/>
              <a:uFillTx/>
              <a:latin typeface="Arial"/>
            </a:endParaRPr>
          </a:p>
        </p:txBody>
      </p:sp>
      <p:sp>
        <p:nvSpPr>
          <p:cNvPr id="91" name="TextBox 22"/>
          <p:cNvSpPr/>
          <p:nvPr/>
        </p:nvSpPr>
        <p:spPr>
          <a:xfrm>
            <a:off x="11233800" y="28880280"/>
            <a:ext cx="3716280" cy="47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500" b="1" i="1" u="none" strike="noStrike">
                <a:solidFill>
                  <a:schemeClr val="lt1"/>
                </a:solidFill>
                <a:effectLst/>
                <a:uFillTx/>
                <a:latin typeface="Arial"/>
              </a:rPr>
              <a:t>Supervisor Name:</a:t>
            </a:r>
            <a:endParaRPr lang="en-US" sz="2500" b="0" u="none" strike="noStrike">
              <a:solidFill>
                <a:srgbClr val="FFFFFF"/>
              </a:solidFill>
              <a:effectLst/>
              <a:uFillTx/>
              <a:latin typeface="Arial"/>
            </a:endParaRPr>
          </a:p>
        </p:txBody>
      </p:sp>
      <p:sp>
        <p:nvSpPr>
          <p:cNvPr id="92" name="TextBox 23"/>
          <p:cNvSpPr/>
          <p:nvPr/>
        </p:nvSpPr>
        <p:spPr>
          <a:xfrm>
            <a:off x="11233800" y="29357280"/>
            <a:ext cx="9262080" cy="553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000" b="1" u="none" strike="noStrike">
                <a:solidFill>
                  <a:schemeClr val="lt1"/>
                </a:solidFill>
                <a:effectLst/>
                <a:uFillTx/>
                <a:latin typeface="Arial"/>
              </a:rPr>
              <a:t>Insert your Supervisor’s name here</a:t>
            </a:r>
            <a:endParaRPr lang="en-US" sz="3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4E03D1325CA0E4290EE0822CD621AA2" ma:contentTypeVersion="3" ma:contentTypeDescription="Create a new document." ma:contentTypeScope="" ma:versionID="a6e7aff34c1021f6cb6418d1c9b241be">
  <xsd:schema xmlns:xsd="http://www.w3.org/2001/XMLSchema" xmlns:xs="http://www.w3.org/2001/XMLSchema" xmlns:p="http://schemas.microsoft.com/office/2006/metadata/properties" xmlns:ns2="7f312167-ad8a-401c-8d55-c8f691f9e079" targetNamespace="http://schemas.microsoft.com/office/2006/metadata/properties" ma:root="true" ma:fieldsID="677503bdc0e0b8fbbc0f33c0043e9df8" ns2:_="">
    <xsd:import namespace="7f312167-ad8a-401c-8d55-c8f691f9e07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312167-ad8a-401c-8d55-c8f691f9e0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564398-8DF5-4166-A4DF-C4FC8E52E65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FF6799E-F4E9-4CC4-818E-635130416D2C}">
  <ds:schemaRefs>
    <ds:schemaRef ds:uri="http://schemas.microsoft.com/sharepoint/v3/contenttype/forms"/>
  </ds:schemaRefs>
</ds:datastoreItem>
</file>

<file path=customXml/itemProps3.xml><?xml version="1.0" encoding="utf-8"?>
<ds:datastoreItem xmlns:ds="http://schemas.openxmlformats.org/officeDocument/2006/customXml" ds:itemID="{2818235C-E5D3-4A84-B2A5-DC6A2C2887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f312167-ad8a-401c-8d55-c8f691f9e0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41</TotalTime>
  <Application>LibreOffice/26.2.4.2$Linux_X86_64 LibreOffice_project/620$Build-2</Application>
  <AppVersion>15.0000</AppVersion>
  <Words>241</Words>
  <Paragraphs>17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2025-08-05T08:30:09Z</dcterms:created>
  <dc:creator>syukri.osman</dc:creator>
  <dc:description/>
  <dc:language>en-US</dc:language>
  <cp:lastModifiedBy/>
  <dcterms:modified xsi:type="dcterms:W3CDTF">2026-08-08T12:20:53Z</dcterms:modified>
  <cp:revision>11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0x01010034E03D1325CA0E4290EE0822CD621AA2</vt:lpwstr>
  </property>
  <property fmtid="{D5CDD505-2E9C-101B-9397-08002B2CF9AE}" pid="3" name="PresentationFormat">
    <vt:lpwstr>Custom</vt:lpwstr>
  </property>
  <property fmtid="{D5CDD505-2E9C-101B-9397-08002B2CF9AE}" pid="4" name="Slides">
    <vt:i4>1</vt:i4>
  </property>
</Properties>
</file>